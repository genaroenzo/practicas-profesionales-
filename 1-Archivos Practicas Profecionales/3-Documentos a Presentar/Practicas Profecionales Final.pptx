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382" r:id="rId1"/>
  </p:sldMasterIdLst>
  <p:notesMasterIdLst>
    <p:notesMasterId r:id="rId19"/>
  </p:notesMasterIdLst>
  <p:sldIdLst>
    <p:sldId id="257" r:id="rId2"/>
    <p:sldId id="258" r:id="rId3"/>
    <p:sldId id="269" r:id="rId4"/>
    <p:sldId id="259" r:id="rId5"/>
    <p:sldId id="260" r:id="rId6"/>
    <p:sldId id="261" r:id="rId7"/>
    <p:sldId id="262" r:id="rId8"/>
    <p:sldId id="263" r:id="rId9"/>
    <p:sldId id="264" r:id="rId10"/>
    <p:sldId id="265" r:id="rId11"/>
    <p:sldId id="266" r:id="rId12"/>
    <p:sldId id="273" r:id="rId13"/>
    <p:sldId id="267" r:id="rId14"/>
    <p:sldId id="268" r:id="rId15"/>
    <p:sldId id="270" r:id="rId16"/>
    <p:sldId id="271" r:id="rId17"/>
    <p:sldId id="272"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108" d="100"/>
          <a:sy n="108" d="100"/>
        </p:scale>
        <p:origin x="168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3192C5-C71A-4534-9E44-F0734F019E71}" type="datetimeFigureOut">
              <a:rPr lang="es-AR" smtClean="0"/>
              <a:t>30/10/2025</a:t>
            </a:fld>
            <a:endParaRPr lang="es-AR"/>
          </a:p>
        </p:txBody>
      </p:sp>
      <p:sp>
        <p:nvSpPr>
          <p:cNvPr id="4" name="Marcador de imagen d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7E10D1-138C-4AEC-AD39-71B97B2E9120}" type="slidenum">
              <a:rPr lang="es-AR" smtClean="0"/>
              <a:t>‹Nº›</a:t>
            </a:fld>
            <a:endParaRPr lang="es-AR"/>
          </a:p>
        </p:txBody>
      </p:sp>
    </p:spTree>
    <p:extLst>
      <p:ext uri="{BB962C8B-B14F-4D97-AF65-F5344CB8AC3E}">
        <p14:creationId xmlns:p14="http://schemas.microsoft.com/office/powerpoint/2010/main" val="4142458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AR"/>
          </a:p>
        </p:txBody>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DA7E10D1-138C-4AEC-AD39-71B97B2E9120}" type="slidenum">
              <a:rPr lang="es-AR" smtClean="0"/>
              <a:t>11</a:t>
            </a:fld>
            <a:endParaRPr lang="es-AR"/>
          </a:p>
        </p:txBody>
      </p:sp>
    </p:spTree>
    <p:extLst>
      <p:ext uri="{BB962C8B-B14F-4D97-AF65-F5344CB8AC3E}">
        <p14:creationId xmlns:p14="http://schemas.microsoft.com/office/powerpoint/2010/main" val="1263901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DF6D3-4BCB-4819-C962-11CDC0F5A54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F55B7DE-B241-CCAA-6CC3-B0CAC26D58A2}"/>
              </a:ext>
            </a:extLst>
          </p:cNvPr>
          <p:cNvSpPr>
            <a:spLocks noGrp="1" noRot="1" noChangeAspect="1"/>
          </p:cNvSpPr>
          <p:nvPr>
            <p:ph type="sldImg"/>
          </p:nvPr>
        </p:nvSpPr>
        <p:spPr/>
        <p:txBody>
          <a:bodyPr/>
          <a:lstStyle/>
          <a:p>
            <a:endParaRPr lang="es-AR"/>
          </a:p>
        </p:txBody>
      </p:sp>
      <p:sp>
        <p:nvSpPr>
          <p:cNvPr id="3" name="Marcador de notas 2">
            <a:extLst>
              <a:ext uri="{FF2B5EF4-FFF2-40B4-BE49-F238E27FC236}">
                <a16:creationId xmlns:a16="http://schemas.microsoft.com/office/drawing/2014/main" id="{E291C6C0-4147-FBCC-BFDF-F6CD60D924D2}"/>
              </a:ext>
            </a:extLst>
          </p:cNvPr>
          <p:cNvSpPr>
            <a:spLocks noGrp="1"/>
          </p:cNvSpPr>
          <p:nvPr>
            <p:ph type="body" idx="1"/>
          </p:nvPr>
        </p:nvSpPr>
        <p:spPr/>
        <p:txBody>
          <a:bodyPr/>
          <a:lstStyle/>
          <a:p>
            <a:endParaRPr lang="es-AR" dirty="0"/>
          </a:p>
        </p:txBody>
      </p:sp>
      <p:sp>
        <p:nvSpPr>
          <p:cNvPr id="4" name="Marcador de número de diapositiva 3">
            <a:extLst>
              <a:ext uri="{FF2B5EF4-FFF2-40B4-BE49-F238E27FC236}">
                <a16:creationId xmlns:a16="http://schemas.microsoft.com/office/drawing/2014/main" id="{9E70E357-F29A-3438-FDA1-AA5A61097A5C}"/>
              </a:ext>
            </a:extLst>
          </p:cNvPr>
          <p:cNvSpPr>
            <a:spLocks noGrp="1"/>
          </p:cNvSpPr>
          <p:nvPr>
            <p:ph type="sldNum" sz="quarter" idx="5"/>
          </p:nvPr>
        </p:nvSpPr>
        <p:spPr/>
        <p:txBody>
          <a:bodyPr/>
          <a:lstStyle/>
          <a:p>
            <a:fld id="{DA7E10D1-138C-4AEC-AD39-71B97B2E9120}" type="slidenum">
              <a:rPr lang="es-AR" smtClean="0"/>
              <a:t>12</a:t>
            </a:fld>
            <a:endParaRPr lang="es-AR"/>
          </a:p>
        </p:txBody>
      </p:sp>
    </p:spTree>
    <p:extLst>
      <p:ext uri="{BB962C8B-B14F-4D97-AF65-F5344CB8AC3E}">
        <p14:creationId xmlns:p14="http://schemas.microsoft.com/office/powerpoint/2010/main" val="387844394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pic>
        <p:nvPicPr>
          <p:cNvPr id="62" name="Picture 2" descr="\\DROBO-FS\QuickDrops\JB\PPTX NG\Droplets\LightingOverlay.png"/>
          <p:cNvPicPr>
            <a:picLocks noChangeAspect="1" noChangeArrowheads="1"/>
          </p:cNvPicPr>
          <p:nvPr/>
        </p:nvPicPr>
        <p:blipFill>
          <a:blip r:embed="rId2">
            <a:alphaModFix amt="30000"/>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66" name="Group 65"/>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67"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s-AR"/>
            </a:p>
          </p:txBody>
        </p:sp>
        <p:sp>
          <p:nvSpPr>
            <p:cNvPr id="68"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69"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70"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s-AR"/>
            </a:p>
          </p:txBody>
        </p:sp>
        <p:sp>
          <p:nvSpPr>
            <p:cNvPr id="71"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72"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73"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74"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75"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76"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77"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78"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79"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80"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81"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82"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83"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84"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85"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86"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87"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88"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89"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90"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91"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92"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93"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94"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95"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s-AR"/>
            </a:p>
          </p:txBody>
        </p:sp>
        <p:sp>
          <p:nvSpPr>
            <p:cNvPr id="96"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97"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98"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99"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00"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01"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02"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03"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04"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05"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06"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07"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s-AR"/>
            </a:p>
          </p:txBody>
        </p:sp>
        <p:sp>
          <p:nvSpPr>
            <p:cNvPr id="108"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09"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10"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11"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12"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13"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14"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15"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16"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17"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18"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19"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20"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grpSp>
      <p:sp>
        <p:nvSpPr>
          <p:cNvPr id="2" name="Title 1"/>
          <p:cNvSpPr>
            <a:spLocks noGrp="1"/>
          </p:cNvSpPr>
          <p:nvPr>
            <p:ph type="ctrTitle"/>
          </p:nvPr>
        </p:nvSpPr>
        <p:spPr>
          <a:xfrm>
            <a:off x="1900238" y="1122363"/>
            <a:ext cx="6593681" cy="2387600"/>
          </a:xfrm>
        </p:spPr>
        <p:txBody>
          <a:bodyPr anchor="b">
            <a:normAutofit/>
          </a:bodyPr>
          <a:lstStyle>
            <a:lvl1pPr algn="l">
              <a:defRPr sz="48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900238" y="3602038"/>
            <a:ext cx="6593681"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a:xfrm>
            <a:off x="5801052" y="5410202"/>
            <a:ext cx="2057400" cy="365125"/>
          </a:xfrm>
        </p:spPr>
        <p:txBody>
          <a:bodyPr/>
          <a:lstStyle/>
          <a:p>
            <a:fld id="{12868C2D-E414-47BF-A801-29641B78902C}" type="datetimeFigureOut">
              <a:rPr lang="es-AR" smtClean="0"/>
              <a:t>30/10/2025</a:t>
            </a:fld>
            <a:endParaRPr lang="es-AR"/>
          </a:p>
        </p:txBody>
      </p:sp>
      <p:sp>
        <p:nvSpPr>
          <p:cNvPr id="5" name="Footer Placeholder 4"/>
          <p:cNvSpPr>
            <a:spLocks noGrp="1"/>
          </p:cNvSpPr>
          <p:nvPr>
            <p:ph type="ftr" sz="quarter" idx="11"/>
          </p:nvPr>
        </p:nvSpPr>
        <p:spPr>
          <a:xfrm>
            <a:off x="1900237" y="5410202"/>
            <a:ext cx="3843665" cy="365125"/>
          </a:xfrm>
        </p:spPr>
        <p:txBody>
          <a:bodyPr/>
          <a:lstStyle/>
          <a:p>
            <a:endParaRPr lang="es-AR"/>
          </a:p>
        </p:txBody>
      </p:sp>
      <p:sp>
        <p:nvSpPr>
          <p:cNvPr id="6" name="Slide Number Placeholder 5"/>
          <p:cNvSpPr>
            <a:spLocks noGrp="1"/>
          </p:cNvSpPr>
          <p:nvPr>
            <p:ph type="sldNum" sz="quarter" idx="12"/>
          </p:nvPr>
        </p:nvSpPr>
        <p:spPr>
          <a:xfrm>
            <a:off x="7915603" y="5410200"/>
            <a:ext cx="578317" cy="365125"/>
          </a:xfrm>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37404539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47" name="Title 1"/>
          <p:cNvSpPr>
            <a:spLocks noGrp="1"/>
          </p:cNvSpPr>
          <p:nvPr>
            <p:ph type="title"/>
          </p:nvPr>
        </p:nvSpPr>
        <p:spPr>
          <a:xfrm>
            <a:off x="856060" y="618518"/>
            <a:ext cx="7429499" cy="1478570"/>
          </a:xfrm>
        </p:spPr>
        <p:txBody>
          <a:bodyPr/>
          <a:lstStyle/>
          <a:p>
            <a:r>
              <a:rPr lang="es-ES"/>
              <a:t>Haga clic para modificar el estilo de título del patrón</a:t>
            </a:r>
            <a:endParaRPr lang="en-US" dirty="0"/>
          </a:p>
        </p:txBody>
      </p:sp>
      <p:sp>
        <p:nvSpPr>
          <p:cNvPr id="48" name="Content Placeholder 2"/>
          <p:cNvSpPr>
            <a:spLocks noGrp="1"/>
          </p:cNvSpPr>
          <p:nvPr>
            <p:ph idx="1"/>
          </p:nvPr>
        </p:nvSpPr>
        <p:spPr>
          <a:xfrm>
            <a:off x="856060" y="2249487"/>
            <a:ext cx="7429499" cy="3541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9" name="Date Placeholder 3"/>
          <p:cNvSpPr>
            <a:spLocks noGrp="1"/>
          </p:cNvSpPr>
          <p:nvPr>
            <p:ph type="dt" sz="half" idx="10"/>
          </p:nvPr>
        </p:nvSpPr>
        <p:spPr>
          <a:xfrm>
            <a:off x="5592691" y="5883277"/>
            <a:ext cx="2057400" cy="365125"/>
          </a:xfrm>
        </p:spPr>
        <p:txBody>
          <a:bodyPr/>
          <a:lstStyle/>
          <a:p>
            <a:fld id="{12868C2D-E414-47BF-A801-29641B78902C}" type="datetimeFigureOut">
              <a:rPr lang="es-AR" smtClean="0"/>
              <a:t>30/10/2025</a:t>
            </a:fld>
            <a:endParaRPr lang="es-AR"/>
          </a:p>
        </p:txBody>
      </p:sp>
      <p:sp>
        <p:nvSpPr>
          <p:cNvPr id="50" name="Footer Placeholder 4"/>
          <p:cNvSpPr>
            <a:spLocks noGrp="1"/>
          </p:cNvSpPr>
          <p:nvPr>
            <p:ph type="ftr" sz="quarter" idx="11"/>
          </p:nvPr>
        </p:nvSpPr>
        <p:spPr>
          <a:xfrm>
            <a:off x="856059" y="5883276"/>
            <a:ext cx="4679482" cy="365125"/>
          </a:xfrm>
        </p:spPr>
        <p:txBody>
          <a:bodyPr/>
          <a:lstStyle/>
          <a:p>
            <a:endParaRPr lang="es-AR"/>
          </a:p>
        </p:txBody>
      </p:sp>
      <p:sp>
        <p:nvSpPr>
          <p:cNvPr id="51" name="Slide Number Placeholder 5"/>
          <p:cNvSpPr>
            <a:spLocks noGrp="1"/>
          </p:cNvSpPr>
          <p:nvPr>
            <p:ph type="sldNum" sz="quarter" idx="12"/>
          </p:nvPr>
        </p:nvSpPr>
        <p:spPr>
          <a:xfrm>
            <a:off x="7707241" y="5883275"/>
            <a:ext cx="578317" cy="365125"/>
          </a:xfrm>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016533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56058" y="1419227"/>
            <a:ext cx="7429500" cy="2852737"/>
          </a:xfrm>
        </p:spPr>
        <p:txBody>
          <a:bodyPr anchor="b">
            <a:normAutofit/>
          </a:bodyPr>
          <a:lstStyle>
            <a:lvl1pPr>
              <a:defRPr sz="36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56058" y="4424362"/>
            <a:ext cx="74295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12868C2D-E414-47BF-A801-29641B78902C}" type="datetimeFigureOut">
              <a:rPr lang="es-AR" smtClean="0"/>
              <a:t>30/10/2025</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4476850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56058" y="2249486"/>
            <a:ext cx="3658792" cy="3541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1" y="2249486"/>
            <a:ext cx="3656408" cy="3541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12868C2D-E414-47BF-A801-29641B78902C}" type="datetimeFigureOut">
              <a:rPr lang="es-AR" smtClean="0"/>
              <a:t>30/10/2025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998864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56058" y="619127"/>
            <a:ext cx="7429500" cy="1477961"/>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78902" y="2249486"/>
            <a:ext cx="3435949"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56058" y="3073398"/>
            <a:ext cx="3658793" cy="2717801"/>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851992" y="2249485"/>
            <a:ext cx="3433565"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4629150" y="3073398"/>
            <a:ext cx="3656408" cy="2717801"/>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12868C2D-E414-47BF-A801-29641B78902C}" type="datetimeFigureOut">
              <a:rPr lang="es-AR" smtClean="0"/>
              <a:t>30/10/2025</a:t>
            </a:fld>
            <a:endParaRPr lang="es-AR"/>
          </a:p>
        </p:txBody>
      </p:sp>
      <p:sp>
        <p:nvSpPr>
          <p:cNvPr id="8" name="Footer Placeholder 7"/>
          <p:cNvSpPr>
            <a:spLocks noGrp="1"/>
          </p:cNvSpPr>
          <p:nvPr>
            <p:ph type="ftr" sz="quarter" idx="11"/>
          </p:nvPr>
        </p:nvSpPr>
        <p:spPr/>
        <p:txBody>
          <a:bodyPr/>
          <a:lstStyle/>
          <a:p>
            <a:endParaRPr lang="es-AR"/>
          </a:p>
        </p:txBody>
      </p:sp>
      <p:sp>
        <p:nvSpPr>
          <p:cNvPr id="9" name="Slide Number Placeholder 8"/>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4187811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12868C2D-E414-47BF-A801-29641B78902C}" type="datetimeFigureOut">
              <a:rPr lang="es-AR" smtClean="0"/>
              <a:t>30/10/2025</a:t>
            </a:fld>
            <a:endParaRPr lang="es-AR"/>
          </a:p>
        </p:txBody>
      </p:sp>
      <p:sp>
        <p:nvSpPr>
          <p:cNvPr id="4" name="Footer Placeholder 3"/>
          <p:cNvSpPr>
            <a:spLocks noGrp="1"/>
          </p:cNvSpPr>
          <p:nvPr>
            <p:ph type="ftr" sz="quarter" idx="11"/>
          </p:nvPr>
        </p:nvSpPr>
        <p:spPr/>
        <p:txBody>
          <a:bodyPr/>
          <a:lstStyle/>
          <a:p>
            <a:endParaRPr lang="es-AR"/>
          </a:p>
        </p:txBody>
      </p:sp>
      <p:sp>
        <p:nvSpPr>
          <p:cNvPr id="5" name="Slide Number Placeholder 4"/>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6872510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868C2D-E414-47BF-A801-29641B78902C}" type="datetimeFigureOut">
              <a:rPr lang="es-AR" smtClean="0"/>
              <a:t>30/10/2025</a:t>
            </a:fld>
            <a:endParaRPr lang="es-AR"/>
          </a:p>
        </p:txBody>
      </p:sp>
      <p:sp>
        <p:nvSpPr>
          <p:cNvPr id="3" name="Footer Placeholder 2"/>
          <p:cNvSpPr>
            <a:spLocks noGrp="1"/>
          </p:cNvSpPr>
          <p:nvPr>
            <p:ph type="ftr" sz="quarter" idx="11"/>
          </p:nvPr>
        </p:nvSpPr>
        <p:spPr/>
        <p:txBody>
          <a:bodyPr/>
          <a:lstStyle/>
          <a:p>
            <a:endParaRPr lang="es-AR"/>
          </a:p>
        </p:txBody>
      </p:sp>
      <p:sp>
        <p:nvSpPr>
          <p:cNvPr id="4" name="Slide Number Placeholder 3"/>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9529653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60029" y="609601"/>
            <a:ext cx="2892028" cy="1639884"/>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67150" y="592666"/>
            <a:ext cx="4418407" cy="5198534"/>
          </a:xfrm>
        </p:spPr>
        <p:txBody>
          <a:bodyPr anchor="ct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60029" y="2249486"/>
            <a:ext cx="2892028"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30/10/2025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6293687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56061" y="609600"/>
            <a:ext cx="3753962" cy="1639886"/>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4832866" y="609600"/>
            <a:ext cx="3452693" cy="5181602"/>
          </a:xfrm>
          <a:prstGeom prst="round2DiagRect">
            <a:avLst>
              <a:gd name="adj1" fmla="val 6074"/>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defRPr lang="en-US" sz="3200"/>
            </a:lvl1pPr>
          </a:lstStyle>
          <a:p>
            <a:pPr marL="0" lvl="0" indent="0">
              <a:buNone/>
            </a:pPr>
            <a:r>
              <a:rPr lang="es-ES"/>
              <a:t>Haga clic en el icono para agregar una imagen</a:t>
            </a:r>
            <a:endParaRPr lang="en-US" dirty="0"/>
          </a:p>
        </p:txBody>
      </p:sp>
      <p:sp>
        <p:nvSpPr>
          <p:cNvPr id="4" name="Text Placeholder 3"/>
          <p:cNvSpPr>
            <a:spLocks noGrp="1"/>
          </p:cNvSpPr>
          <p:nvPr>
            <p:ph type="body" sz="half" idx="2"/>
          </p:nvPr>
        </p:nvSpPr>
        <p:spPr>
          <a:xfrm>
            <a:off x="856059" y="2249486"/>
            <a:ext cx="3753964"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30/10/2025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9513901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856058" y="4304665"/>
            <a:ext cx="7434266" cy="819355"/>
          </a:xfrm>
        </p:spPr>
        <p:txBody>
          <a:bodyPr anchor="b">
            <a:normAutofit/>
          </a:bodyPr>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856058" y="606426"/>
            <a:ext cx="7434266" cy="3299778"/>
          </a:xfrm>
          <a:prstGeom prst="round2DiagRect">
            <a:avLst>
              <a:gd name="adj1" fmla="val 5101"/>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s-ES"/>
              <a:t>Haga clic en el icono para agregar una imagen</a:t>
            </a:r>
            <a:endParaRPr lang="en-US" dirty="0"/>
          </a:p>
        </p:txBody>
      </p:sp>
      <p:sp>
        <p:nvSpPr>
          <p:cNvPr id="4" name="Text Placeholder 3"/>
          <p:cNvSpPr>
            <a:spLocks noGrp="1"/>
          </p:cNvSpPr>
          <p:nvPr>
            <p:ph type="body" sz="half" idx="2"/>
          </p:nvPr>
        </p:nvSpPr>
        <p:spPr>
          <a:xfrm>
            <a:off x="856024" y="5124020"/>
            <a:ext cx="7433144"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30/10/2025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8823933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856093" y="609600"/>
            <a:ext cx="7429466" cy="3429000"/>
          </a:xfrm>
        </p:spPr>
        <p:txBody>
          <a:bodyPr anchor="ctr">
            <a:normAutofit/>
          </a:bodyPr>
          <a:lstStyle>
            <a:lvl1pPr>
              <a:defRPr sz="36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856058" y="4419600"/>
            <a:ext cx="7428344"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30/10/2025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2816801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748429"/>
          </a:xfrm>
        </p:spPr>
        <p:txBody>
          <a:bodyPr anchor="ctr">
            <a:normAutofit/>
          </a:bodyPr>
          <a:lstStyle>
            <a:lvl1pPr>
              <a:defRPr sz="3600"/>
            </a:lvl1pPr>
          </a:lstStyle>
          <a:p>
            <a:r>
              <a:rPr lang="es-ES"/>
              <a:t>Haga clic para modificar el estilo de título del patrón</a:t>
            </a:r>
            <a:endParaRPr lang="en-US" dirty="0"/>
          </a:p>
        </p:txBody>
      </p:sp>
      <p:sp>
        <p:nvSpPr>
          <p:cNvPr id="12" name="Text Placeholder 3"/>
          <p:cNvSpPr>
            <a:spLocks noGrp="1"/>
          </p:cNvSpPr>
          <p:nvPr>
            <p:ph type="body" sz="half" idx="13"/>
          </p:nvPr>
        </p:nvSpPr>
        <p:spPr>
          <a:xfrm>
            <a:off x="1290484" y="3365557"/>
            <a:ext cx="6564224"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4" name="Text Placeholder 3"/>
          <p:cNvSpPr>
            <a:spLocks noGrp="1"/>
          </p:cNvSpPr>
          <p:nvPr>
            <p:ph type="body" sz="half" idx="2"/>
          </p:nvPr>
        </p:nvSpPr>
        <p:spPr>
          <a:xfrm>
            <a:off x="856058" y="4309919"/>
            <a:ext cx="74295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30/10/2025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
        <p:nvSpPr>
          <p:cNvPr id="52" name="TextBox 51"/>
          <p:cNvSpPr txBox="1"/>
          <p:nvPr/>
        </p:nvSpPr>
        <p:spPr>
          <a:xfrm>
            <a:off x="696579" y="718458"/>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53" name="TextBox 52"/>
          <p:cNvSpPr txBox="1"/>
          <p:nvPr/>
        </p:nvSpPr>
        <p:spPr>
          <a:xfrm>
            <a:off x="7817473" y="276497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Tree>
    <p:extLst>
      <p:ext uri="{BB962C8B-B14F-4D97-AF65-F5344CB8AC3E}">
        <p14:creationId xmlns:p14="http://schemas.microsoft.com/office/powerpoint/2010/main" val="24262136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856058" y="2134042"/>
            <a:ext cx="7429501" cy="2511835"/>
          </a:xfrm>
        </p:spPr>
        <p:txBody>
          <a:bodyPr anchor="b">
            <a:normAutofit/>
          </a:bodyPr>
          <a:lstStyle>
            <a:lvl1pPr>
              <a:defRPr sz="36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856023" y="4657655"/>
            <a:ext cx="7428379"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30/10/2025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9498995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lumna 3">
    <p:spTree>
      <p:nvGrpSpPr>
        <p:cNvPr id="1" name=""/>
        <p:cNvGrpSpPr/>
        <p:nvPr/>
      </p:nvGrpSpPr>
      <p:grpSpPr>
        <a:xfrm>
          <a:off x="0" y="0"/>
          <a:ext cx="0" cy="0"/>
          <a:chOff x="0" y="0"/>
          <a:chExt cx="0" cy="0"/>
        </a:xfrm>
      </p:grpSpPr>
      <p:sp>
        <p:nvSpPr>
          <p:cNvPr id="15" name="Title 1"/>
          <p:cNvSpPr>
            <a:spLocks noGrp="1"/>
          </p:cNvSpPr>
          <p:nvPr>
            <p:ph type="title"/>
          </p:nvPr>
        </p:nvSpPr>
        <p:spPr>
          <a:xfrm>
            <a:off x="856060" y="609600"/>
            <a:ext cx="7429499" cy="1905000"/>
          </a:xfrm>
        </p:spPr>
        <p:txBody>
          <a:bodyPr/>
          <a:lstStyle/>
          <a:p>
            <a:r>
              <a:rPr lang="es-ES"/>
              <a:t>Haga clic para modificar el estilo de título del patrón</a:t>
            </a:r>
            <a:endParaRPr lang="en-US" dirty="0"/>
          </a:p>
        </p:txBody>
      </p:sp>
      <p:sp>
        <p:nvSpPr>
          <p:cNvPr id="7" name="Text Placeholder 2"/>
          <p:cNvSpPr>
            <a:spLocks noGrp="1"/>
          </p:cNvSpPr>
          <p:nvPr>
            <p:ph type="body" idx="1"/>
          </p:nvPr>
        </p:nvSpPr>
        <p:spPr>
          <a:xfrm>
            <a:off x="856058" y="2674463"/>
            <a:ext cx="2397674"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8" name="Text Placeholder 3"/>
          <p:cNvSpPr>
            <a:spLocks noGrp="1"/>
          </p:cNvSpPr>
          <p:nvPr>
            <p:ph type="body" sz="half" idx="15"/>
          </p:nvPr>
        </p:nvSpPr>
        <p:spPr>
          <a:xfrm>
            <a:off x="856059" y="3360263"/>
            <a:ext cx="2396432"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9" name="Text Placeholder 4"/>
          <p:cNvSpPr>
            <a:spLocks noGrp="1"/>
          </p:cNvSpPr>
          <p:nvPr>
            <p:ph type="body" sz="quarter" idx="3"/>
          </p:nvPr>
        </p:nvSpPr>
        <p:spPr>
          <a:xfrm>
            <a:off x="3386075" y="2677635"/>
            <a:ext cx="2388289"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0" name="Text Placeholder 3"/>
          <p:cNvSpPr>
            <a:spLocks noGrp="1"/>
          </p:cNvSpPr>
          <p:nvPr>
            <p:ph type="body" sz="half" idx="16"/>
          </p:nvPr>
        </p:nvSpPr>
        <p:spPr>
          <a:xfrm>
            <a:off x="3386075" y="3363435"/>
            <a:ext cx="238895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11" name="Text Placeholder 4"/>
          <p:cNvSpPr>
            <a:spLocks noGrp="1"/>
          </p:cNvSpPr>
          <p:nvPr>
            <p:ph type="body" sz="quarter" idx="13"/>
          </p:nvPr>
        </p:nvSpPr>
        <p:spPr>
          <a:xfrm>
            <a:off x="5889332" y="2674463"/>
            <a:ext cx="2396226"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Text Placeholder 3"/>
          <p:cNvSpPr>
            <a:spLocks noGrp="1"/>
          </p:cNvSpPr>
          <p:nvPr>
            <p:ph type="body" sz="half" idx="17"/>
          </p:nvPr>
        </p:nvSpPr>
        <p:spPr>
          <a:xfrm>
            <a:off x="5889332" y="3360263"/>
            <a:ext cx="2396226"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12868C2D-E414-47BF-A801-29641B78902C}" type="datetimeFigureOut">
              <a:rPr lang="es-AR" smtClean="0"/>
              <a:t>30/10/2025</a:t>
            </a:fld>
            <a:endParaRPr lang="es-AR"/>
          </a:p>
        </p:txBody>
      </p:sp>
      <p:sp>
        <p:nvSpPr>
          <p:cNvPr id="4" name="Footer Placeholder 3"/>
          <p:cNvSpPr>
            <a:spLocks noGrp="1"/>
          </p:cNvSpPr>
          <p:nvPr>
            <p:ph type="ftr" sz="quarter" idx="11"/>
          </p:nvPr>
        </p:nvSpPr>
        <p:spPr/>
        <p:txBody>
          <a:bodyPr/>
          <a:lstStyle/>
          <a:p>
            <a:endParaRPr lang="es-AR"/>
          </a:p>
        </p:txBody>
      </p:sp>
      <p:sp>
        <p:nvSpPr>
          <p:cNvPr id="5" name="Slide Number Placeholder 4"/>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38057638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lumna de imagen 3">
    <p:spTree>
      <p:nvGrpSpPr>
        <p:cNvPr id="1" name=""/>
        <p:cNvGrpSpPr/>
        <p:nvPr/>
      </p:nvGrpSpPr>
      <p:grpSpPr>
        <a:xfrm>
          <a:off x="0" y="0"/>
          <a:ext cx="0" cy="0"/>
          <a:chOff x="0" y="0"/>
          <a:chExt cx="0" cy="0"/>
        </a:xfrm>
      </p:grpSpPr>
      <p:sp>
        <p:nvSpPr>
          <p:cNvPr id="30" name="Title 1"/>
          <p:cNvSpPr>
            <a:spLocks noGrp="1"/>
          </p:cNvSpPr>
          <p:nvPr>
            <p:ph type="title"/>
          </p:nvPr>
        </p:nvSpPr>
        <p:spPr>
          <a:xfrm>
            <a:off x="856059" y="609600"/>
            <a:ext cx="7429499" cy="1905000"/>
          </a:xfrm>
        </p:spPr>
        <p:txBody>
          <a:bodyPr/>
          <a:lstStyle/>
          <a:p>
            <a:r>
              <a:rPr lang="es-ES"/>
              <a:t>Haga clic para modificar el estilo de título del patrón</a:t>
            </a:r>
            <a:endParaRPr lang="en-US" dirty="0"/>
          </a:p>
        </p:txBody>
      </p:sp>
      <p:sp>
        <p:nvSpPr>
          <p:cNvPr id="19" name="Text Placeholder 2"/>
          <p:cNvSpPr>
            <a:spLocks noGrp="1"/>
          </p:cNvSpPr>
          <p:nvPr>
            <p:ph type="body" idx="1"/>
          </p:nvPr>
        </p:nvSpPr>
        <p:spPr>
          <a:xfrm>
            <a:off x="856060" y="4404596"/>
            <a:ext cx="239643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0" name="Picture Placeholder 2"/>
          <p:cNvSpPr>
            <a:spLocks noGrp="1" noChangeAspect="1"/>
          </p:cNvSpPr>
          <p:nvPr>
            <p:ph type="pic" idx="15"/>
          </p:nvPr>
        </p:nvSpPr>
        <p:spPr>
          <a:xfrm>
            <a:off x="856060" y="2666998"/>
            <a:ext cx="239643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s-ES"/>
              <a:t>Haga clic en el icono para agregar una imagen</a:t>
            </a:r>
            <a:endParaRPr lang="en-US" dirty="0"/>
          </a:p>
        </p:txBody>
      </p:sp>
      <p:sp>
        <p:nvSpPr>
          <p:cNvPr id="21" name="Text Placeholder 3"/>
          <p:cNvSpPr>
            <a:spLocks noGrp="1"/>
          </p:cNvSpPr>
          <p:nvPr>
            <p:ph type="body" sz="half" idx="18"/>
          </p:nvPr>
        </p:nvSpPr>
        <p:spPr>
          <a:xfrm>
            <a:off x="856060" y="4980859"/>
            <a:ext cx="239643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2" name="Text Placeholder 4"/>
          <p:cNvSpPr>
            <a:spLocks noGrp="1"/>
          </p:cNvSpPr>
          <p:nvPr>
            <p:ph type="body" sz="quarter" idx="3"/>
          </p:nvPr>
        </p:nvSpPr>
        <p:spPr>
          <a:xfrm>
            <a:off x="3366790" y="4404596"/>
            <a:ext cx="24003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3" name="Picture Placeholder 2"/>
          <p:cNvSpPr>
            <a:spLocks noGrp="1" noChangeAspect="1"/>
          </p:cNvSpPr>
          <p:nvPr>
            <p:ph type="pic" idx="21"/>
          </p:nvPr>
        </p:nvSpPr>
        <p:spPr>
          <a:xfrm>
            <a:off x="3366790" y="2666998"/>
            <a:ext cx="2399205"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s-ES"/>
              <a:t>Haga clic en el icono para agregar una imagen</a:t>
            </a:r>
            <a:endParaRPr lang="en-US" dirty="0"/>
          </a:p>
        </p:txBody>
      </p:sp>
      <p:sp>
        <p:nvSpPr>
          <p:cNvPr id="24" name="Text Placeholder 3"/>
          <p:cNvSpPr>
            <a:spLocks noGrp="1"/>
          </p:cNvSpPr>
          <p:nvPr>
            <p:ph type="body" sz="half" idx="19"/>
          </p:nvPr>
        </p:nvSpPr>
        <p:spPr>
          <a:xfrm>
            <a:off x="3365695" y="4980857"/>
            <a:ext cx="24003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5" name="Text Placeholder 4"/>
          <p:cNvSpPr>
            <a:spLocks noGrp="1"/>
          </p:cNvSpPr>
          <p:nvPr>
            <p:ph type="body" sz="quarter" idx="13"/>
          </p:nvPr>
        </p:nvSpPr>
        <p:spPr>
          <a:xfrm>
            <a:off x="5889426" y="4404595"/>
            <a:ext cx="2393056"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6" name="Picture Placeholder 2"/>
          <p:cNvSpPr>
            <a:spLocks noGrp="1" noChangeAspect="1"/>
          </p:cNvSpPr>
          <p:nvPr>
            <p:ph type="pic" idx="22"/>
          </p:nvPr>
        </p:nvSpPr>
        <p:spPr>
          <a:xfrm>
            <a:off x="5889332" y="2666998"/>
            <a:ext cx="2396227"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s-ES"/>
              <a:t>Haga clic en el icono para agregar una imagen</a:t>
            </a:r>
            <a:endParaRPr lang="en-US" dirty="0"/>
          </a:p>
        </p:txBody>
      </p:sp>
      <p:sp>
        <p:nvSpPr>
          <p:cNvPr id="27" name="Text Placeholder 3"/>
          <p:cNvSpPr>
            <a:spLocks noGrp="1"/>
          </p:cNvSpPr>
          <p:nvPr>
            <p:ph type="body" sz="half" idx="20"/>
          </p:nvPr>
        </p:nvSpPr>
        <p:spPr>
          <a:xfrm>
            <a:off x="5889332" y="4980855"/>
            <a:ext cx="2396226"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12868C2D-E414-47BF-A801-29641B78902C}" type="datetimeFigureOut">
              <a:rPr lang="es-AR" smtClean="0"/>
              <a:t>30/10/2025</a:t>
            </a:fld>
            <a:endParaRPr lang="es-AR"/>
          </a:p>
        </p:txBody>
      </p:sp>
      <p:sp>
        <p:nvSpPr>
          <p:cNvPr id="4" name="Footer Placeholder 3"/>
          <p:cNvSpPr>
            <a:spLocks noGrp="1"/>
          </p:cNvSpPr>
          <p:nvPr>
            <p:ph type="ftr" sz="quarter" idx="11"/>
          </p:nvPr>
        </p:nvSpPr>
        <p:spPr/>
        <p:txBody>
          <a:bodyPr/>
          <a:lstStyle>
            <a:lvl1pPr>
              <a:defRPr cap="all" baseline="0"/>
            </a:lvl1pPr>
          </a:lstStyle>
          <a:p>
            <a:endParaRPr lang="es-AR"/>
          </a:p>
        </p:txBody>
      </p:sp>
      <p:sp>
        <p:nvSpPr>
          <p:cNvPr id="5" name="Slide Number Placeholder 4"/>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718304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ncho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2868C2D-E414-47BF-A801-29641B78902C}" type="datetimeFigureOut">
              <a:rPr lang="es-AR" smtClean="0"/>
              <a:t>30/10/2025</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39018977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81801" y="609600"/>
            <a:ext cx="1503758" cy="5181601"/>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56057" y="609600"/>
            <a:ext cx="5811443" cy="5181601"/>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2868C2D-E414-47BF-A801-29641B78902C}" type="datetimeFigureOut">
              <a:rPr lang="es-AR" smtClean="0"/>
              <a:t>30/10/2025</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3810964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9041774" cy="6858001"/>
            <a:chOff x="-14288" y="0"/>
            <a:chExt cx="9041774"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s-AR"/>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s-AR"/>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s-AR"/>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grpSp>
        <p:grpSp>
          <p:nvGrpSpPr>
            <p:cNvPr id="10" name="Group 9"/>
            <p:cNvGrpSpPr/>
            <p:nvPr/>
          </p:nvGrpSpPr>
          <p:grpSpPr>
            <a:xfrm>
              <a:off x="8352798"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s-AR"/>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s-AR"/>
              </a:p>
            </p:txBody>
          </p:sp>
        </p:grpSp>
      </p:grpSp>
      <p:sp>
        <p:nvSpPr>
          <p:cNvPr id="2" name="Title Placeholder 1"/>
          <p:cNvSpPr>
            <a:spLocks noGrp="1"/>
          </p:cNvSpPr>
          <p:nvPr>
            <p:ph type="title"/>
          </p:nvPr>
        </p:nvSpPr>
        <p:spPr>
          <a:xfrm>
            <a:off x="856060" y="618518"/>
            <a:ext cx="7429499"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856060" y="2249487"/>
            <a:ext cx="7429499" cy="3541714"/>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5592691" y="5883277"/>
            <a:ext cx="20574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12868C2D-E414-47BF-A801-29641B78902C}" type="datetimeFigureOut">
              <a:rPr lang="es-AR" smtClean="0"/>
              <a:t>30/10/2025</a:t>
            </a:fld>
            <a:endParaRPr lang="es-AR"/>
          </a:p>
        </p:txBody>
      </p:sp>
      <p:sp>
        <p:nvSpPr>
          <p:cNvPr id="5" name="Footer Placeholder 4"/>
          <p:cNvSpPr>
            <a:spLocks noGrp="1"/>
          </p:cNvSpPr>
          <p:nvPr>
            <p:ph type="ftr" sz="quarter" idx="3"/>
          </p:nvPr>
        </p:nvSpPr>
        <p:spPr>
          <a:xfrm>
            <a:off x="856059" y="5883276"/>
            <a:ext cx="4679482"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s-AR"/>
          </a:p>
        </p:txBody>
      </p:sp>
      <p:sp>
        <p:nvSpPr>
          <p:cNvPr id="6" name="Slide Number Placeholder 5"/>
          <p:cNvSpPr>
            <a:spLocks noGrp="1"/>
          </p:cNvSpPr>
          <p:nvPr>
            <p:ph type="sldNum" sz="quarter" idx="4"/>
          </p:nvPr>
        </p:nvSpPr>
        <p:spPr>
          <a:xfrm>
            <a:off x="7707241" y="5883275"/>
            <a:ext cx="578317"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297BD90-8D7F-42A4-9842-373A5D9BF9A4}" type="slidenum">
              <a:rPr lang="es-AR" smtClean="0"/>
              <a:t>‹Nº›</a:t>
            </a:fld>
            <a:endParaRPr lang="es-AR"/>
          </a:p>
        </p:txBody>
      </p:sp>
    </p:spTree>
    <p:extLst>
      <p:ext uri="{BB962C8B-B14F-4D97-AF65-F5344CB8AC3E}">
        <p14:creationId xmlns:p14="http://schemas.microsoft.com/office/powerpoint/2010/main" val="2433880794"/>
      </p:ext>
    </p:extLst>
  </p:cSld>
  <p:clrMap bg1="dk1" tx1="lt1" bg2="dk2" tx2="lt2" accent1="accent1" accent2="accent2" accent3="accent3" accent4="accent4" accent5="accent5" accent6="accent6" hlink="hlink" folHlink="folHlink"/>
  <p:sldLayoutIdLst>
    <p:sldLayoutId id="2147484383" r:id="rId1"/>
    <p:sldLayoutId id="2147484384" r:id="rId2"/>
    <p:sldLayoutId id="2147484385" r:id="rId3"/>
    <p:sldLayoutId id="2147484386" r:id="rId4"/>
    <p:sldLayoutId id="2147484387" r:id="rId5"/>
    <p:sldLayoutId id="2147484388" r:id="rId6"/>
    <p:sldLayoutId id="2147484389" r:id="rId7"/>
    <p:sldLayoutId id="2147484390" r:id="rId8"/>
    <p:sldLayoutId id="2147484391" r:id="rId9"/>
    <p:sldLayoutId id="2147484392" r:id="rId10"/>
    <p:sldLayoutId id="2147484393" r:id="rId11"/>
    <p:sldLayoutId id="2147484394" r:id="rId12"/>
    <p:sldLayoutId id="2147484395" r:id="rId13"/>
    <p:sldLayoutId id="2147484396" r:id="rId14"/>
    <p:sldLayoutId id="2147484397" r:id="rId15"/>
    <p:sldLayoutId id="2147484398" r:id="rId16"/>
    <p:sldLayoutId id="214748439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7.xml"/><Relationship Id="rId4" Type="http://schemas.openxmlformats.org/officeDocument/2006/relationships/image" Target="../media/image1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2110CB11-8822-E3BF-7486-6B42674203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3585" y="-114300"/>
            <a:ext cx="5296829" cy="1650103"/>
          </a:xfrm>
          <a:prstGeom prst="rect">
            <a:avLst/>
          </a:prstGeom>
        </p:spPr>
      </p:pic>
      <p:pic>
        <p:nvPicPr>
          <p:cNvPr id="24" name="Imagen 23">
            <a:extLst>
              <a:ext uri="{FF2B5EF4-FFF2-40B4-BE49-F238E27FC236}">
                <a16:creationId xmlns:a16="http://schemas.microsoft.com/office/drawing/2014/main" id="{0846B698-7E74-F6CD-A8F3-65F783111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9000" y="5740684"/>
            <a:ext cx="5886450" cy="1117316"/>
          </a:xfrm>
          <a:prstGeom prst="rect">
            <a:avLst/>
          </a:prstGeom>
        </p:spPr>
      </p:pic>
      <p:sp>
        <p:nvSpPr>
          <p:cNvPr id="25" name="CuadroTexto 24">
            <a:extLst>
              <a:ext uri="{FF2B5EF4-FFF2-40B4-BE49-F238E27FC236}">
                <a16:creationId xmlns:a16="http://schemas.microsoft.com/office/drawing/2014/main" id="{0133AF12-792F-DF32-24FC-01A822EBCAF0}"/>
              </a:ext>
            </a:extLst>
          </p:cNvPr>
          <p:cNvSpPr txBox="1"/>
          <p:nvPr/>
        </p:nvSpPr>
        <p:spPr>
          <a:xfrm>
            <a:off x="1485899" y="2946051"/>
            <a:ext cx="6867525" cy="1569660"/>
          </a:xfrm>
          <a:prstGeom prst="rect">
            <a:avLst/>
          </a:prstGeom>
          <a:noFill/>
        </p:spPr>
        <p:txBody>
          <a:bodyPr wrap="square" rtlCol="0">
            <a:spAutoFit/>
          </a:bodyPr>
          <a:lstStyle/>
          <a:p>
            <a:pPr algn="ctr"/>
            <a:r>
              <a:rPr lang="es-MX" sz="3200" b="1" dirty="0">
                <a:solidFill>
                  <a:schemeClr val="accent5">
                    <a:lumMod val="10000"/>
                  </a:schemeClr>
                </a:solidFill>
              </a:rPr>
              <a:t>Sistema de envió de Correos Automáticos y Corrección de  Capas Qgis y Google Earth-Pro </a:t>
            </a:r>
            <a:endParaRPr lang="es-AR" sz="3200" b="1" dirty="0">
              <a:solidFill>
                <a:schemeClr val="accent5">
                  <a:lumMod val="10000"/>
                </a:schemeClr>
              </a:solidFill>
            </a:endParaRPr>
          </a:p>
        </p:txBody>
      </p:sp>
    </p:spTree>
    <p:extLst>
      <p:ext uri="{BB962C8B-B14F-4D97-AF65-F5344CB8AC3E}">
        <p14:creationId xmlns:p14="http://schemas.microsoft.com/office/powerpoint/2010/main" val="492601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49507-BB96-7657-CCDE-EEECB762DE2A}"/>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233E5991-7E4E-A9F0-8CB5-1EEC51D795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3585" y="-114300"/>
            <a:ext cx="5296829" cy="1650103"/>
          </a:xfrm>
          <a:prstGeom prst="rect">
            <a:avLst/>
          </a:prstGeom>
        </p:spPr>
      </p:pic>
      <p:pic>
        <p:nvPicPr>
          <p:cNvPr id="24" name="Imagen 23">
            <a:extLst>
              <a:ext uri="{FF2B5EF4-FFF2-40B4-BE49-F238E27FC236}">
                <a16:creationId xmlns:a16="http://schemas.microsoft.com/office/drawing/2014/main" id="{EEE07F9A-15B4-7BCB-3ABE-FD34016CC2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9000" y="5740684"/>
            <a:ext cx="5886450" cy="1117316"/>
          </a:xfrm>
          <a:prstGeom prst="rect">
            <a:avLst/>
          </a:prstGeom>
        </p:spPr>
      </p:pic>
      <p:sp>
        <p:nvSpPr>
          <p:cNvPr id="2" name="CuadroTexto 1">
            <a:extLst>
              <a:ext uri="{FF2B5EF4-FFF2-40B4-BE49-F238E27FC236}">
                <a16:creationId xmlns:a16="http://schemas.microsoft.com/office/drawing/2014/main" id="{7B8F1037-5C3A-5D5F-8617-4C08D0DAB954}"/>
              </a:ext>
            </a:extLst>
          </p:cNvPr>
          <p:cNvSpPr txBox="1"/>
          <p:nvPr/>
        </p:nvSpPr>
        <p:spPr>
          <a:xfrm>
            <a:off x="755870" y="1822099"/>
            <a:ext cx="8388130" cy="2585323"/>
          </a:xfrm>
          <a:prstGeom prst="rect">
            <a:avLst/>
          </a:prstGeom>
          <a:noFill/>
        </p:spPr>
        <p:txBody>
          <a:bodyPr wrap="none" rtlCol="0">
            <a:spAutoFit/>
          </a:bodyPr>
          <a:lstStyle/>
          <a:p>
            <a:endParaRPr lang="es-AR" dirty="0"/>
          </a:p>
          <a:p>
            <a:r>
              <a:rPr lang="es-MX" dirty="0"/>
              <a:t>CARRERA: </a:t>
            </a:r>
            <a:r>
              <a:rPr lang="es-MX" b="1" dirty="0"/>
              <a:t>Tecnicatura Universitaria En Programación. </a:t>
            </a:r>
          </a:p>
          <a:p>
            <a:r>
              <a:rPr lang="es-MX" dirty="0"/>
              <a:t>APELLIDO Y NOMBRE: </a:t>
            </a:r>
            <a:r>
              <a:rPr lang="es-MX" b="1" dirty="0"/>
              <a:t>Ferrero, Enzo Genaro</a:t>
            </a:r>
          </a:p>
          <a:p>
            <a:r>
              <a:rPr lang="es-MX" dirty="0"/>
              <a:t>D.N.I.: </a:t>
            </a:r>
            <a:r>
              <a:rPr lang="es-MX" b="1" dirty="0"/>
              <a:t>40.561.976 </a:t>
            </a:r>
          </a:p>
          <a:p>
            <a:r>
              <a:rPr lang="es-MX" dirty="0"/>
              <a:t>LEGAJO: </a:t>
            </a:r>
            <a:r>
              <a:rPr lang="es-MX" b="1" dirty="0"/>
              <a:t>10376</a:t>
            </a:r>
          </a:p>
          <a:p>
            <a:r>
              <a:rPr lang="es-MX" dirty="0"/>
              <a:t>DOMICILIO: </a:t>
            </a:r>
            <a:r>
              <a:rPr lang="es-MX" b="1" dirty="0"/>
              <a:t>Alem N°142 </a:t>
            </a:r>
            <a:r>
              <a:rPr lang="es-MX" dirty="0"/>
              <a:t>– Ciudad de San Rafael </a:t>
            </a:r>
          </a:p>
          <a:p>
            <a:r>
              <a:rPr lang="es-MX" dirty="0"/>
              <a:t>E-MAIL DE CONTACTO: </a:t>
            </a:r>
            <a:r>
              <a:rPr lang="es-MX" b="1" dirty="0"/>
              <a:t>genaroenzo4@gmail.com </a:t>
            </a:r>
          </a:p>
          <a:p>
            <a:r>
              <a:rPr lang="es-MX" dirty="0"/>
              <a:t>TRABAJO: </a:t>
            </a:r>
            <a:r>
              <a:rPr lang="es-MX" b="1" dirty="0"/>
              <a:t>Técnico/Administrativo en la División de Aguas Subterráneas perteneciente</a:t>
            </a:r>
          </a:p>
          <a:p>
            <a:r>
              <a:rPr lang="es-MX" b="1" dirty="0"/>
              <a:t> a Subdelegación Río Diamante (Departamento General de Irrigación). </a:t>
            </a:r>
            <a:endParaRPr lang="es-AR" dirty="0"/>
          </a:p>
        </p:txBody>
      </p:sp>
    </p:spTree>
    <p:extLst>
      <p:ext uri="{BB962C8B-B14F-4D97-AF65-F5344CB8AC3E}">
        <p14:creationId xmlns:p14="http://schemas.microsoft.com/office/powerpoint/2010/main" val="28795528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082D98-3783-B1BC-CE6E-BFF6C1C0AA97}"/>
              </a:ext>
            </a:extLst>
          </p:cNvPr>
          <p:cNvSpPr>
            <a:spLocks noGrp="1"/>
          </p:cNvSpPr>
          <p:nvPr>
            <p:ph type="ctrTitle"/>
          </p:nvPr>
        </p:nvSpPr>
        <p:spPr>
          <a:xfrm>
            <a:off x="2166567" y="701336"/>
            <a:ext cx="6593681" cy="994298"/>
          </a:xfrm>
        </p:spPr>
        <p:txBody>
          <a:bodyPr/>
          <a:lstStyle/>
          <a:p>
            <a:r>
              <a:rPr lang="es-MX" dirty="0"/>
              <a:t>Cronología </a:t>
            </a:r>
            <a:endParaRPr lang="es-AR" dirty="0"/>
          </a:p>
        </p:txBody>
      </p:sp>
      <p:sp>
        <p:nvSpPr>
          <p:cNvPr id="5" name="CuadroTexto 4">
            <a:extLst>
              <a:ext uri="{FF2B5EF4-FFF2-40B4-BE49-F238E27FC236}">
                <a16:creationId xmlns:a16="http://schemas.microsoft.com/office/drawing/2014/main" id="{22982E9C-2BD2-B4B4-61A3-B9BD7D07210A}"/>
              </a:ext>
            </a:extLst>
          </p:cNvPr>
          <p:cNvSpPr txBox="1"/>
          <p:nvPr/>
        </p:nvSpPr>
        <p:spPr>
          <a:xfrm>
            <a:off x="551302" y="1605661"/>
            <a:ext cx="8365047" cy="2031325"/>
          </a:xfrm>
          <a:prstGeom prst="rect">
            <a:avLst/>
          </a:prstGeom>
          <a:noFill/>
        </p:spPr>
        <p:txBody>
          <a:bodyPr wrap="none" rtlCol="0">
            <a:spAutoFit/>
          </a:bodyPr>
          <a:lstStyle/>
          <a:p>
            <a:pPr algn="just"/>
            <a:r>
              <a:rPr lang="es-MX" b="1" dirty="0">
                <a:solidFill>
                  <a:schemeClr val="accent5">
                    <a:lumMod val="10000"/>
                  </a:schemeClr>
                </a:solidFill>
              </a:rPr>
              <a:t>Se Establecido un régimen de trabajo de  6 Horas por semanas.</a:t>
            </a:r>
          </a:p>
          <a:p>
            <a:pPr algn="just"/>
            <a:r>
              <a:rPr lang="es-MX" b="1" dirty="0">
                <a:solidFill>
                  <a:schemeClr val="accent5">
                    <a:lumMod val="10000"/>
                  </a:schemeClr>
                </a:solidFill>
              </a:rPr>
              <a:t>Como desventaja al ser un trabajo individual y no grupal se tuvieron que trabajar</a:t>
            </a:r>
          </a:p>
          <a:p>
            <a:pPr algn="just"/>
            <a:r>
              <a:rPr lang="es-MX" b="1" dirty="0">
                <a:solidFill>
                  <a:schemeClr val="accent5">
                    <a:lumMod val="10000"/>
                  </a:schemeClr>
                </a:solidFill>
              </a:rPr>
              <a:t>más horas de los previsto para poder lograr los objetivos propuestos, pero lo positivo</a:t>
            </a:r>
          </a:p>
          <a:p>
            <a:pPr algn="just"/>
            <a:r>
              <a:rPr lang="es-MX" b="1" dirty="0">
                <a:solidFill>
                  <a:schemeClr val="accent5">
                    <a:lumMod val="10000"/>
                  </a:schemeClr>
                </a:solidFill>
              </a:rPr>
              <a:t>fue que  se logro realizar lo propuesto y aprender de todas las tareas</a:t>
            </a:r>
          </a:p>
          <a:p>
            <a:pPr algn="just"/>
            <a:r>
              <a:rPr lang="es-MX" b="1" dirty="0">
                <a:solidFill>
                  <a:schemeClr val="accent5">
                    <a:lumMod val="10000"/>
                  </a:schemeClr>
                </a:solidFill>
              </a:rPr>
              <a:t>realizadas ya que todas fueron de autoría propia</a:t>
            </a:r>
          </a:p>
          <a:p>
            <a:pPr algn="ctr"/>
            <a:r>
              <a:rPr lang="es-AR" b="1" dirty="0">
                <a:solidFill>
                  <a:srgbClr val="FF0000"/>
                </a:solidFill>
              </a:rPr>
              <a:t>Link del Repositorio</a:t>
            </a:r>
          </a:p>
          <a:p>
            <a:pPr algn="ctr"/>
            <a:r>
              <a:rPr lang="es-AR" b="1" dirty="0">
                <a:solidFill>
                  <a:srgbClr val="FF0000"/>
                </a:solidFill>
              </a:rPr>
              <a:t>https://github.com/GENAROENZO/Practicas-Profesionales-</a:t>
            </a:r>
          </a:p>
        </p:txBody>
      </p:sp>
      <p:pic>
        <p:nvPicPr>
          <p:cNvPr id="7" name="Imagen 6">
            <a:extLst>
              <a:ext uri="{FF2B5EF4-FFF2-40B4-BE49-F238E27FC236}">
                <a16:creationId xmlns:a16="http://schemas.microsoft.com/office/drawing/2014/main" id="{6B34F6F3-9618-5CAD-0EC1-FADC4F28019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6567" y="3775011"/>
            <a:ext cx="5299923" cy="2381653"/>
          </a:xfrm>
          <a:prstGeom prst="rect">
            <a:avLst/>
          </a:prstGeom>
        </p:spPr>
      </p:pic>
      <p:sp>
        <p:nvSpPr>
          <p:cNvPr id="8" name="CuadroTexto 7">
            <a:extLst>
              <a:ext uri="{FF2B5EF4-FFF2-40B4-BE49-F238E27FC236}">
                <a16:creationId xmlns:a16="http://schemas.microsoft.com/office/drawing/2014/main" id="{177E5B4A-9362-1AC8-8929-4D1E73690643}"/>
              </a:ext>
            </a:extLst>
          </p:cNvPr>
          <p:cNvSpPr txBox="1"/>
          <p:nvPr/>
        </p:nvSpPr>
        <p:spPr>
          <a:xfrm>
            <a:off x="2427477" y="6223239"/>
            <a:ext cx="4627934" cy="369332"/>
          </a:xfrm>
          <a:prstGeom prst="rect">
            <a:avLst/>
          </a:prstGeom>
          <a:noFill/>
        </p:spPr>
        <p:txBody>
          <a:bodyPr wrap="none" rtlCol="0">
            <a:spAutoFit/>
          </a:bodyPr>
          <a:lstStyle/>
          <a:p>
            <a:r>
              <a:rPr lang="es-MX" dirty="0"/>
              <a:t>Imagen propia trabajado en Visual Studio Code</a:t>
            </a:r>
            <a:endParaRPr lang="es-AR" dirty="0"/>
          </a:p>
        </p:txBody>
      </p:sp>
    </p:spTree>
    <p:extLst>
      <p:ext uri="{BB962C8B-B14F-4D97-AF65-F5344CB8AC3E}">
        <p14:creationId xmlns:p14="http://schemas.microsoft.com/office/powerpoint/2010/main" val="3960133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20E6A8-C3AA-D9C0-ED28-41A0F966D39C}"/>
              </a:ext>
            </a:extLst>
          </p:cNvPr>
          <p:cNvSpPr>
            <a:spLocks noGrp="1"/>
          </p:cNvSpPr>
          <p:nvPr>
            <p:ph type="title"/>
          </p:nvPr>
        </p:nvSpPr>
        <p:spPr/>
        <p:txBody>
          <a:bodyPr>
            <a:normAutofit fontScale="90000"/>
          </a:bodyPr>
          <a:lstStyle/>
          <a:p>
            <a:r>
              <a:rPr lang="es-MX" dirty="0"/>
              <a:t>Resumen de las practicas profesionales </a:t>
            </a:r>
            <a:endParaRPr lang="es-AR" dirty="0"/>
          </a:p>
        </p:txBody>
      </p:sp>
      <p:sp>
        <p:nvSpPr>
          <p:cNvPr id="4" name="Marcador de texto 3">
            <a:extLst>
              <a:ext uri="{FF2B5EF4-FFF2-40B4-BE49-F238E27FC236}">
                <a16:creationId xmlns:a16="http://schemas.microsoft.com/office/drawing/2014/main" id="{212B9B80-A836-2DE5-2399-D6D50A057EA4}"/>
              </a:ext>
            </a:extLst>
          </p:cNvPr>
          <p:cNvSpPr>
            <a:spLocks noGrp="1"/>
          </p:cNvSpPr>
          <p:nvPr>
            <p:ph type="body" sz="half" idx="2"/>
          </p:nvPr>
        </p:nvSpPr>
        <p:spPr>
          <a:xfrm>
            <a:off x="860028" y="2249486"/>
            <a:ext cx="5123521" cy="3654164"/>
          </a:xfrm>
        </p:spPr>
        <p:txBody>
          <a:bodyPr/>
          <a:lstStyle/>
          <a:p>
            <a:pPr algn="just"/>
            <a:r>
              <a:rPr lang="es-MX" dirty="0">
                <a:solidFill>
                  <a:schemeClr val="bg1">
                    <a:lumMod val="50000"/>
                  </a:schemeClr>
                </a:solidFill>
              </a:rPr>
              <a:t>A lo largo de las practicas profesionales logre cumplir con los objetivos propuestos. Mejorando el día a día de los empleados del área de Aguas Subterráneas con herramientas prácticas y aplicación de conceptos aprendidos en la Técnicatura Universitaria el Programación. El proyecto fue presentado de forma personal al director de Aguas Subterránea de la provincia de Mendoza quien dio el apoyo accesos a material institucional. Con el surgimiento de nuevas necesidades se terminaron agregando cambios y extras al pedido inicial.</a:t>
            </a:r>
            <a:endParaRPr lang="es-AR" dirty="0">
              <a:solidFill>
                <a:schemeClr val="bg1">
                  <a:lumMod val="50000"/>
                </a:schemeClr>
              </a:solidFill>
            </a:endParaRPr>
          </a:p>
        </p:txBody>
      </p:sp>
    </p:spTree>
    <p:extLst>
      <p:ext uri="{BB962C8B-B14F-4D97-AF65-F5344CB8AC3E}">
        <p14:creationId xmlns:p14="http://schemas.microsoft.com/office/powerpoint/2010/main" val="1128144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58CF77-86F9-3C1F-DB97-20B5F88BB9F2}"/>
              </a:ext>
            </a:extLst>
          </p:cNvPr>
          <p:cNvSpPr>
            <a:spLocks noGrp="1"/>
          </p:cNvSpPr>
          <p:nvPr>
            <p:ph type="title"/>
          </p:nvPr>
        </p:nvSpPr>
        <p:spPr>
          <a:xfrm>
            <a:off x="1003178" y="280705"/>
            <a:ext cx="7429499" cy="1478570"/>
          </a:xfrm>
        </p:spPr>
        <p:txBody>
          <a:bodyPr/>
          <a:lstStyle/>
          <a:p>
            <a:r>
              <a:rPr lang="es-MX" dirty="0"/>
              <a:t>Objetivos </a:t>
            </a:r>
            <a:endParaRPr lang="es-AR" dirty="0"/>
          </a:p>
        </p:txBody>
      </p:sp>
      <p:sp>
        <p:nvSpPr>
          <p:cNvPr id="4" name="CuadroTexto 3">
            <a:extLst>
              <a:ext uri="{FF2B5EF4-FFF2-40B4-BE49-F238E27FC236}">
                <a16:creationId xmlns:a16="http://schemas.microsoft.com/office/drawing/2014/main" id="{395D084E-5658-28E9-ADDA-7C45A721DE4E}"/>
              </a:ext>
            </a:extLst>
          </p:cNvPr>
          <p:cNvSpPr txBox="1"/>
          <p:nvPr/>
        </p:nvSpPr>
        <p:spPr>
          <a:xfrm>
            <a:off x="1003178" y="1653205"/>
            <a:ext cx="5584053" cy="2288481"/>
          </a:xfrm>
          <a:prstGeom prst="rect">
            <a:avLst/>
          </a:prstGeom>
          <a:noFill/>
        </p:spPr>
        <p:txBody>
          <a:bodyPr wrap="square" rtlCol="0">
            <a:spAutoFit/>
          </a:bodyPr>
          <a:lstStyle/>
          <a:p>
            <a:pPr algn="just"/>
            <a:r>
              <a:rPr lang="es-MX" dirty="0">
                <a:solidFill>
                  <a:schemeClr val="bg1">
                    <a:lumMod val="50000"/>
                  </a:schemeClr>
                </a:solidFill>
              </a:rPr>
              <a:t>1.Diseño de un sistemas de envío de Correos Automáticos programados a partir de Google Drive utilizando Google Sheets, JavaScript, HTML y Excel.</a:t>
            </a:r>
          </a:p>
          <a:p>
            <a:pPr algn="just"/>
            <a:endParaRPr lang="es-MX" dirty="0">
              <a:solidFill>
                <a:schemeClr val="bg1">
                  <a:lumMod val="50000"/>
                </a:schemeClr>
              </a:solidFill>
            </a:endParaRPr>
          </a:p>
          <a:p>
            <a:pPr algn="just"/>
            <a:r>
              <a:rPr lang="es-MX" dirty="0">
                <a:solidFill>
                  <a:schemeClr val="bg1">
                    <a:lumMod val="50000"/>
                  </a:schemeClr>
                </a:solidFill>
              </a:rPr>
              <a:t>2. Analizar y modificar capas de Qgis y Google Earth el fin de corregir Información y Actualizar las mismas para que sean más fáciles las tareas diarias de los empleados en la Subdelegación.</a:t>
            </a:r>
            <a:endParaRPr lang="es-AR" dirty="0">
              <a:solidFill>
                <a:schemeClr val="bg1">
                  <a:lumMod val="50000"/>
                </a:schemeClr>
              </a:solidFill>
            </a:endParaRPr>
          </a:p>
        </p:txBody>
      </p:sp>
      <p:pic>
        <p:nvPicPr>
          <p:cNvPr id="8" name="Imagen 7">
            <a:extLst>
              <a:ext uri="{FF2B5EF4-FFF2-40B4-BE49-F238E27FC236}">
                <a16:creationId xmlns:a16="http://schemas.microsoft.com/office/drawing/2014/main" id="{E623DAA1-0C1A-452D-6885-4ABFD09C3D1D}"/>
              </a:ext>
            </a:extLst>
          </p:cNvPr>
          <p:cNvPicPr>
            <a:picLocks noChangeAspect="1"/>
          </p:cNvPicPr>
          <p:nvPr/>
        </p:nvPicPr>
        <p:blipFill>
          <a:blip r:embed="rId2"/>
          <a:stretch>
            <a:fillRect/>
          </a:stretch>
        </p:blipFill>
        <p:spPr>
          <a:xfrm>
            <a:off x="3409025" y="3700669"/>
            <a:ext cx="5131292" cy="2796114"/>
          </a:xfrm>
          <a:prstGeom prst="rect">
            <a:avLst/>
          </a:prstGeom>
        </p:spPr>
      </p:pic>
      <p:sp>
        <p:nvSpPr>
          <p:cNvPr id="9" name="CuadroTexto 8">
            <a:extLst>
              <a:ext uri="{FF2B5EF4-FFF2-40B4-BE49-F238E27FC236}">
                <a16:creationId xmlns:a16="http://schemas.microsoft.com/office/drawing/2014/main" id="{5F95E882-5BB3-72D8-2973-2B4761147269}"/>
              </a:ext>
            </a:extLst>
          </p:cNvPr>
          <p:cNvSpPr txBox="1"/>
          <p:nvPr/>
        </p:nvSpPr>
        <p:spPr>
          <a:xfrm>
            <a:off x="3887208" y="6488668"/>
            <a:ext cx="4174925" cy="369332"/>
          </a:xfrm>
          <a:prstGeom prst="rect">
            <a:avLst/>
          </a:prstGeom>
          <a:noFill/>
        </p:spPr>
        <p:txBody>
          <a:bodyPr wrap="none" rtlCol="0">
            <a:spAutoFit/>
          </a:bodyPr>
          <a:lstStyle/>
          <a:p>
            <a:r>
              <a:rPr lang="es-MX" i="1" dirty="0"/>
              <a:t>Imagen de la Subdelegación Rio Diamante </a:t>
            </a:r>
            <a:endParaRPr lang="es-AR" i="1" dirty="0"/>
          </a:p>
        </p:txBody>
      </p:sp>
    </p:spTree>
    <p:extLst>
      <p:ext uri="{BB962C8B-B14F-4D97-AF65-F5344CB8AC3E}">
        <p14:creationId xmlns:p14="http://schemas.microsoft.com/office/powerpoint/2010/main" val="31410752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3ACB94-0A5E-2BB5-7553-EF0AAF79C573}"/>
              </a:ext>
            </a:extLst>
          </p:cNvPr>
          <p:cNvSpPr>
            <a:spLocks noGrp="1"/>
          </p:cNvSpPr>
          <p:nvPr>
            <p:ph type="title"/>
          </p:nvPr>
        </p:nvSpPr>
        <p:spPr>
          <a:xfrm>
            <a:off x="642993" y="-73371"/>
            <a:ext cx="7429500" cy="1477961"/>
          </a:xfrm>
        </p:spPr>
        <p:txBody>
          <a:bodyPr>
            <a:normAutofit/>
          </a:bodyPr>
          <a:lstStyle/>
          <a:p>
            <a:pPr algn="ctr"/>
            <a:r>
              <a:rPr lang="es-MX" sz="4000" dirty="0"/>
              <a:t>Usos Prácticos</a:t>
            </a:r>
            <a:endParaRPr lang="es-AR" sz="4000" dirty="0"/>
          </a:p>
        </p:txBody>
      </p:sp>
      <p:sp>
        <p:nvSpPr>
          <p:cNvPr id="4" name="Marcador de contenido 3">
            <a:extLst>
              <a:ext uri="{FF2B5EF4-FFF2-40B4-BE49-F238E27FC236}">
                <a16:creationId xmlns:a16="http://schemas.microsoft.com/office/drawing/2014/main" id="{83B0ADE8-08E7-A216-B0D4-1634203FE4D9}"/>
              </a:ext>
            </a:extLst>
          </p:cNvPr>
          <p:cNvSpPr>
            <a:spLocks noGrp="1"/>
          </p:cNvSpPr>
          <p:nvPr>
            <p:ph sz="half" idx="2"/>
          </p:nvPr>
        </p:nvSpPr>
        <p:spPr>
          <a:xfrm>
            <a:off x="856057" y="1773923"/>
            <a:ext cx="5509231" cy="3153184"/>
          </a:xfrm>
        </p:spPr>
        <p:txBody>
          <a:bodyPr>
            <a:normAutofit/>
          </a:bodyPr>
          <a:lstStyle/>
          <a:p>
            <a:r>
              <a:rPr lang="es-MX" sz="1400" dirty="0">
                <a:solidFill>
                  <a:schemeClr val="accent5">
                    <a:lumMod val="10000"/>
                  </a:schemeClr>
                </a:solidFill>
              </a:rPr>
              <a:t>Fácil ubicación y lectura de información a Pozos/Perforaciones Cargadas en el servidor de Mapa de Irrigación (Con y sin conexión a internet).</a:t>
            </a:r>
          </a:p>
          <a:p>
            <a:r>
              <a:rPr lang="es-MX" sz="1400" dirty="0">
                <a:solidFill>
                  <a:schemeClr val="accent5">
                    <a:lumMod val="10000"/>
                  </a:schemeClr>
                </a:solidFill>
              </a:rPr>
              <a:t>Velocidad de respuesta a la consulta de los usuarios y mejor manipulación de datos.</a:t>
            </a:r>
            <a:endParaRPr lang="es-AR" sz="1400" dirty="0">
              <a:solidFill>
                <a:schemeClr val="accent5">
                  <a:lumMod val="10000"/>
                </a:schemeClr>
              </a:solidFill>
            </a:endParaRPr>
          </a:p>
        </p:txBody>
      </p:sp>
      <p:sp>
        <p:nvSpPr>
          <p:cNvPr id="11" name="CuadroTexto 10">
            <a:extLst>
              <a:ext uri="{FF2B5EF4-FFF2-40B4-BE49-F238E27FC236}">
                <a16:creationId xmlns:a16="http://schemas.microsoft.com/office/drawing/2014/main" id="{61335D9B-74C6-D99E-7824-A405AC94699C}"/>
              </a:ext>
            </a:extLst>
          </p:cNvPr>
          <p:cNvSpPr txBox="1"/>
          <p:nvPr/>
        </p:nvSpPr>
        <p:spPr>
          <a:xfrm>
            <a:off x="856056" y="880653"/>
            <a:ext cx="6383045" cy="461665"/>
          </a:xfrm>
          <a:prstGeom prst="rect">
            <a:avLst/>
          </a:prstGeom>
          <a:noFill/>
        </p:spPr>
        <p:txBody>
          <a:bodyPr wrap="square" rtlCol="0">
            <a:spAutoFit/>
          </a:bodyPr>
          <a:lstStyle/>
          <a:p>
            <a:r>
              <a:rPr lang="es-MX" sz="2400" dirty="0">
                <a:solidFill>
                  <a:schemeClr val="accent6"/>
                </a:solidFill>
              </a:rPr>
              <a:t>Cambios A Capa- Qgis y Google Earth Pro</a:t>
            </a:r>
            <a:endParaRPr lang="es-AR" sz="2400" dirty="0">
              <a:solidFill>
                <a:schemeClr val="accent6"/>
              </a:solidFill>
            </a:endParaRPr>
          </a:p>
        </p:txBody>
      </p:sp>
      <p:sp>
        <p:nvSpPr>
          <p:cNvPr id="13" name="CuadroTexto 12">
            <a:extLst>
              <a:ext uri="{FF2B5EF4-FFF2-40B4-BE49-F238E27FC236}">
                <a16:creationId xmlns:a16="http://schemas.microsoft.com/office/drawing/2014/main" id="{71EA6BBE-9A8B-0C55-AF1E-A0255706CFAA}"/>
              </a:ext>
            </a:extLst>
          </p:cNvPr>
          <p:cNvSpPr txBox="1"/>
          <p:nvPr/>
        </p:nvSpPr>
        <p:spPr>
          <a:xfrm>
            <a:off x="856058" y="1404591"/>
            <a:ext cx="4443912" cy="369332"/>
          </a:xfrm>
          <a:prstGeom prst="rect">
            <a:avLst/>
          </a:prstGeom>
          <a:noFill/>
        </p:spPr>
        <p:txBody>
          <a:bodyPr wrap="square" rtlCol="0">
            <a:spAutoFit/>
          </a:bodyPr>
          <a:lstStyle/>
          <a:p>
            <a:r>
              <a:rPr lang="es-AR" dirty="0">
                <a:solidFill>
                  <a:schemeClr val="accent6"/>
                </a:solidFill>
              </a:rPr>
              <a:t>1. Capa: Pozos de San Rafael</a:t>
            </a:r>
          </a:p>
        </p:txBody>
      </p:sp>
    </p:spTree>
    <p:extLst>
      <p:ext uri="{BB962C8B-B14F-4D97-AF65-F5344CB8AC3E}">
        <p14:creationId xmlns:p14="http://schemas.microsoft.com/office/powerpoint/2010/main" val="41207980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texto 2">
            <a:extLst>
              <a:ext uri="{FF2B5EF4-FFF2-40B4-BE49-F238E27FC236}">
                <a16:creationId xmlns:a16="http://schemas.microsoft.com/office/drawing/2014/main" id="{32B89AEB-783B-75B2-5C0F-3907AD31179E}"/>
              </a:ext>
            </a:extLst>
          </p:cNvPr>
          <p:cNvSpPr>
            <a:spLocks noGrp="1"/>
          </p:cNvSpPr>
          <p:nvPr>
            <p:ph type="body" idx="1"/>
          </p:nvPr>
        </p:nvSpPr>
        <p:spPr/>
        <p:txBody>
          <a:bodyPr/>
          <a:lstStyle/>
          <a:p>
            <a:endParaRPr lang="es-AR"/>
          </a:p>
        </p:txBody>
      </p:sp>
      <p:pic>
        <p:nvPicPr>
          <p:cNvPr id="7" name="Imagen 6">
            <a:extLst>
              <a:ext uri="{FF2B5EF4-FFF2-40B4-BE49-F238E27FC236}">
                <a16:creationId xmlns:a16="http://schemas.microsoft.com/office/drawing/2014/main" id="{7BB29D1B-F559-79B8-C55F-4D593C86A38E}"/>
              </a:ext>
            </a:extLst>
          </p:cNvPr>
          <p:cNvPicPr>
            <a:picLocks noChangeAspect="1"/>
          </p:cNvPicPr>
          <p:nvPr/>
        </p:nvPicPr>
        <p:blipFill>
          <a:blip r:embed="rId2"/>
          <a:stretch>
            <a:fillRect/>
          </a:stretch>
        </p:blipFill>
        <p:spPr>
          <a:xfrm>
            <a:off x="849814" y="663515"/>
            <a:ext cx="7444371" cy="3659494"/>
          </a:xfrm>
          <a:prstGeom prst="rect">
            <a:avLst/>
          </a:prstGeom>
        </p:spPr>
      </p:pic>
      <p:sp>
        <p:nvSpPr>
          <p:cNvPr id="17" name="CuadroTexto 16">
            <a:extLst>
              <a:ext uri="{FF2B5EF4-FFF2-40B4-BE49-F238E27FC236}">
                <a16:creationId xmlns:a16="http://schemas.microsoft.com/office/drawing/2014/main" id="{87B1E7D5-7188-8215-1DCE-2EBD55A7635B}"/>
              </a:ext>
            </a:extLst>
          </p:cNvPr>
          <p:cNvSpPr txBox="1"/>
          <p:nvPr/>
        </p:nvSpPr>
        <p:spPr>
          <a:xfrm>
            <a:off x="1141532" y="4474703"/>
            <a:ext cx="7117141" cy="369332"/>
          </a:xfrm>
          <a:prstGeom prst="rect">
            <a:avLst/>
          </a:prstGeom>
          <a:noFill/>
        </p:spPr>
        <p:txBody>
          <a:bodyPr wrap="none" rtlCol="0">
            <a:spAutoFit/>
          </a:bodyPr>
          <a:lstStyle/>
          <a:p>
            <a:r>
              <a:rPr lang="es-MX" i="1" dirty="0"/>
              <a:t>Ejemplo de uso – Ubicación de Perforación N°17-2265 en Google Earth Pro</a:t>
            </a:r>
            <a:endParaRPr lang="es-AR" i="1" dirty="0"/>
          </a:p>
        </p:txBody>
      </p:sp>
    </p:spTree>
    <p:extLst>
      <p:ext uri="{BB962C8B-B14F-4D97-AF65-F5344CB8AC3E}">
        <p14:creationId xmlns:p14="http://schemas.microsoft.com/office/powerpoint/2010/main" val="21054669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18404EB-B696-DE14-C946-78E07E2013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7424" y="1225118"/>
            <a:ext cx="7752422" cy="3613211"/>
          </a:xfrm>
          <a:prstGeom prst="rect">
            <a:avLst/>
          </a:prstGeom>
        </p:spPr>
      </p:pic>
      <p:sp>
        <p:nvSpPr>
          <p:cNvPr id="5" name="CuadroTexto 4">
            <a:extLst>
              <a:ext uri="{FF2B5EF4-FFF2-40B4-BE49-F238E27FC236}">
                <a16:creationId xmlns:a16="http://schemas.microsoft.com/office/drawing/2014/main" id="{505B7162-28FE-A0EB-C153-157875E86C73}"/>
              </a:ext>
            </a:extLst>
          </p:cNvPr>
          <p:cNvSpPr txBox="1"/>
          <p:nvPr/>
        </p:nvSpPr>
        <p:spPr>
          <a:xfrm>
            <a:off x="1589288" y="4954097"/>
            <a:ext cx="6228693" cy="369332"/>
          </a:xfrm>
          <a:prstGeom prst="rect">
            <a:avLst/>
          </a:prstGeom>
          <a:noFill/>
        </p:spPr>
        <p:txBody>
          <a:bodyPr wrap="none" rtlCol="0">
            <a:spAutoFit/>
          </a:bodyPr>
          <a:lstStyle/>
          <a:p>
            <a:r>
              <a:rPr lang="es-MX" i="1" dirty="0"/>
              <a:t>Ejemplo Búsqueda  – Ubicación de Perforación N°17-2265 en Qgis</a:t>
            </a:r>
            <a:endParaRPr lang="es-AR" i="1" dirty="0"/>
          </a:p>
        </p:txBody>
      </p:sp>
    </p:spTree>
    <p:extLst>
      <p:ext uri="{BB962C8B-B14F-4D97-AF65-F5344CB8AC3E}">
        <p14:creationId xmlns:p14="http://schemas.microsoft.com/office/powerpoint/2010/main" val="14996850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4EC8CE8-416D-01E0-DD51-8FB8C5CAF69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3859" y="1029810"/>
            <a:ext cx="7500885" cy="3497802"/>
          </a:xfrm>
          <a:prstGeom prst="rect">
            <a:avLst/>
          </a:prstGeom>
        </p:spPr>
      </p:pic>
      <p:sp>
        <p:nvSpPr>
          <p:cNvPr id="7" name="CuadroTexto 6">
            <a:extLst>
              <a:ext uri="{FF2B5EF4-FFF2-40B4-BE49-F238E27FC236}">
                <a16:creationId xmlns:a16="http://schemas.microsoft.com/office/drawing/2014/main" id="{6B4834E5-2249-6B21-D13E-FFB796DF8B02}"/>
              </a:ext>
            </a:extLst>
          </p:cNvPr>
          <p:cNvSpPr txBox="1"/>
          <p:nvPr/>
        </p:nvSpPr>
        <p:spPr>
          <a:xfrm>
            <a:off x="744008" y="4589756"/>
            <a:ext cx="8728465" cy="369332"/>
          </a:xfrm>
          <a:prstGeom prst="rect">
            <a:avLst/>
          </a:prstGeom>
          <a:noFill/>
        </p:spPr>
        <p:txBody>
          <a:bodyPr wrap="square">
            <a:spAutoFit/>
          </a:bodyPr>
          <a:lstStyle/>
          <a:p>
            <a:r>
              <a:rPr lang="es-MX" dirty="0"/>
              <a:t>Ejemplo Búsqueda por Nomenclatura Catastral “17-03-01-0121-000001-8” en Qgis.</a:t>
            </a:r>
          </a:p>
        </p:txBody>
      </p:sp>
    </p:spTree>
    <p:extLst>
      <p:ext uri="{BB962C8B-B14F-4D97-AF65-F5344CB8AC3E}">
        <p14:creationId xmlns:p14="http://schemas.microsoft.com/office/powerpoint/2010/main" val="2606287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A1E5F91F-752A-1B5D-7F2A-E892E4DE14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0788" y="861133"/>
            <a:ext cx="7624019" cy="3872009"/>
          </a:xfrm>
          <a:prstGeom prst="rect">
            <a:avLst/>
          </a:prstGeom>
        </p:spPr>
      </p:pic>
      <p:sp>
        <p:nvSpPr>
          <p:cNvPr id="5" name="CuadroTexto 4">
            <a:extLst>
              <a:ext uri="{FF2B5EF4-FFF2-40B4-BE49-F238E27FC236}">
                <a16:creationId xmlns:a16="http://schemas.microsoft.com/office/drawing/2014/main" id="{430CE7F4-1DFE-18A7-C899-5AD2D78004F3}"/>
              </a:ext>
            </a:extLst>
          </p:cNvPr>
          <p:cNvSpPr txBox="1"/>
          <p:nvPr/>
        </p:nvSpPr>
        <p:spPr>
          <a:xfrm>
            <a:off x="1535836" y="4856955"/>
            <a:ext cx="5841507" cy="646331"/>
          </a:xfrm>
          <a:prstGeom prst="rect">
            <a:avLst/>
          </a:prstGeom>
          <a:noFill/>
        </p:spPr>
        <p:txBody>
          <a:bodyPr wrap="square">
            <a:spAutoFit/>
          </a:bodyPr>
          <a:lstStyle/>
          <a:p>
            <a:pPr algn="ctr"/>
            <a:r>
              <a:rPr lang="es-MX" dirty="0"/>
              <a:t>Ejemplo Búsqueda por Código Superficial “C.C.4013 P.P.361” Qgis</a:t>
            </a:r>
          </a:p>
        </p:txBody>
      </p:sp>
    </p:spTree>
    <p:extLst>
      <p:ext uri="{BB962C8B-B14F-4D97-AF65-F5344CB8AC3E}">
        <p14:creationId xmlns:p14="http://schemas.microsoft.com/office/powerpoint/2010/main" val="7979354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B68B711D-B1B6-3F21-CF77-88257D8DBF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8888" y="795813"/>
            <a:ext cx="7688061" cy="3890199"/>
          </a:xfrm>
          <a:prstGeom prst="rect">
            <a:avLst/>
          </a:prstGeom>
        </p:spPr>
      </p:pic>
      <p:sp>
        <p:nvSpPr>
          <p:cNvPr id="5" name="CuadroTexto 4">
            <a:extLst>
              <a:ext uri="{FF2B5EF4-FFF2-40B4-BE49-F238E27FC236}">
                <a16:creationId xmlns:a16="http://schemas.microsoft.com/office/drawing/2014/main" id="{07642430-46DD-582A-D8AC-DB28B02A6008}"/>
              </a:ext>
            </a:extLst>
          </p:cNvPr>
          <p:cNvSpPr txBox="1"/>
          <p:nvPr/>
        </p:nvSpPr>
        <p:spPr>
          <a:xfrm>
            <a:off x="2077374" y="4892465"/>
            <a:ext cx="5708341" cy="646331"/>
          </a:xfrm>
          <a:prstGeom prst="rect">
            <a:avLst/>
          </a:prstGeom>
          <a:noFill/>
        </p:spPr>
        <p:txBody>
          <a:bodyPr wrap="square">
            <a:spAutoFit/>
          </a:bodyPr>
          <a:lstStyle/>
          <a:p>
            <a:pPr algn="ctr"/>
            <a:r>
              <a:rPr lang="es-MX" dirty="0"/>
              <a:t>Ejemplo Búsqueda por Código Superficial “C.C.4013 P.P.361” Google Earth Pro</a:t>
            </a:r>
          </a:p>
        </p:txBody>
      </p:sp>
    </p:spTree>
    <p:extLst>
      <p:ext uri="{BB962C8B-B14F-4D97-AF65-F5344CB8AC3E}">
        <p14:creationId xmlns:p14="http://schemas.microsoft.com/office/powerpoint/2010/main" val="28267816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7A4EB-54EE-F67F-C7B3-03201430C25B}"/>
            </a:ext>
          </a:extLst>
        </p:cNvPr>
        <p:cNvGrpSpPr/>
        <p:nvPr/>
      </p:nvGrpSpPr>
      <p:grpSpPr>
        <a:xfrm>
          <a:off x="0" y="0"/>
          <a:ext cx="0" cy="0"/>
          <a:chOff x="0" y="0"/>
          <a:chExt cx="0" cy="0"/>
        </a:xfrm>
      </p:grpSpPr>
      <p:sp>
        <p:nvSpPr>
          <p:cNvPr id="5" name="CuadroTexto 4">
            <a:extLst>
              <a:ext uri="{FF2B5EF4-FFF2-40B4-BE49-F238E27FC236}">
                <a16:creationId xmlns:a16="http://schemas.microsoft.com/office/drawing/2014/main" id="{17493C43-A045-CC45-7A72-847175979BC6}"/>
              </a:ext>
            </a:extLst>
          </p:cNvPr>
          <p:cNvSpPr txBox="1"/>
          <p:nvPr/>
        </p:nvSpPr>
        <p:spPr>
          <a:xfrm>
            <a:off x="2077374" y="4927976"/>
            <a:ext cx="5708341" cy="369332"/>
          </a:xfrm>
          <a:prstGeom prst="rect">
            <a:avLst/>
          </a:prstGeom>
          <a:noFill/>
        </p:spPr>
        <p:txBody>
          <a:bodyPr wrap="square">
            <a:spAutoFit/>
          </a:bodyPr>
          <a:lstStyle/>
          <a:p>
            <a:pPr algn="ctr"/>
            <a:r>
              <a:rPr lang="es-MX" dirty="0"/>
              <a:t>Pozos Medidos Con Éxito año – 2025 Google Earth Pro </a:t>
            </a:r>
          </a:p>
        </p:txBody>
      </p:sp>
      <p:pic>
        <p:nvPicPr>
          <p:cNvPr id="4" name="Imagen 3">
            <a:extLst>
              <a:ext uri="{FF2B5EF4-FFF2-40B4-BE49-F238E27FC236}">
                <a16:creationId xmlns:a16="http://schemas.microsoft.com/office/drawing/2014/main" id="{0A7FDD92-CBE5-3AA6-A2E0-39E001FCC6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76" y="617368"/>
            <a:ext cx="7386222" cy="4000870"/>
          </a:xfrm>
          <a:prstGeom prst="rect">
            <a:avLst/>
          </a:prstGeom>
        </p:spPr>
      </p:pic>
    </p:spTree>
    <p:extLst>
      <p:ext uri="{BB962C8B-B14F-4D97-AF65-F5344CB8AC3E}">
        <p14:creationId xmlns:p14="http://schemas.microsoft.com/office/powerpoint/2010/main" val="16304304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FA4932D-74F8-EFEF-D287-AFC95E02FE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4299" y="711730"/>
            <a:ext cx="6355761" cy="2717270"/>
          </a:xfrm>
          <a:prstGeom prst="rect">
            <a:avLst/>
          </a:prstGeom>
        </p:spPr>
      </p:pic>
      <p:sp>
        <p:nvSpPr>
          <p:cNvPr id="9" name="CuadroTexto 8">
            <a:extLst>
              <a:ext uri="{FF2B5EF4-FFF2-40B4-BE49-F238E27FC236}">
                <a16:creationId xmlns:a16="http://schemas.microsoft.com/office/drawing/2014/main" id="{F99B0CF7-26C7-9204-1DB1-791E88AEA390}"/>
              </a:ext>
            </a:extLst>
          </p:cNvPr>
          <p:cNvSpPr txBox="1"/>
          <p:nvPr/>
        </p:nvSpPr>
        <p:spPr>
          <a:xfrm>
            <a:off x="2166152" y="302712"/>
            <a:ext cx="4580876" cy="369332"/>
          </a:xfrm>
          <a:prstGeom prst="rect">
            <a:avLst/>
          </a:prstGeom>
          <a:noFill/>
        </p:spPr>
        <p:txBody>
          <a:bodyPr wrap="square">
            <a:spAutoFit/>
          </a:bodyPr>
          <a:lstStyle/>
          <a:p>
            <a:pPr algn="ctr"/>
            <a:r>
              <a:rPr lang="es-MX" dirty="0"/>
              <a:t>Ejemplo de Perforaciones Agregadas</a:t>
            </a:r>
          </a:p>
        </p:txBody>
      </p:sp>
      <p:pic>
        <p:nvPicPr>
          <p:cNvPr id="11" name="Imagen 10">
            <a:extLst>
              <a:ext uri="{FF2B5EF4-FFF2-40B4-BE49-F238E27FC236}">
                <a16:creationId xmlns:a16="http://schemas.microsoft.com/office/drawing/2014/main" id="{0CE0BE8F-B03A-C9ED-B8BA-C38E91C38468}"/>
              </a:ext>
            </a:extLst>
          </p:cNvPr>
          <p:cNvPicPr>
            <a:picLocks noChangeAspect="1"/>
          </p:cNvPicPr>
          <p:nvPr/>
        </p:nvPicPr>
        <p:blipFill>
          <a:blip r:embed="rId3">
            <a:extLst>
              <a:ext uri="{28A0092B-C50C-407E-A947-70E740481C1C}">
                <a14:useLocalDpi xmlns:a14="http://schemas.microsoft.com/office/drawing/2010/main" val="0"/>
              </a:ext>
            </a:extLst>
          </a:blip>
          <a:srcRect t="2768" r="25441" b="11815"/>
          <a:stretch>
            <a:fillRect/>
          </a:stretch>
        </p:blipFill>
        <p:spPr>
          <a:xfrm>
            <a:off x="0" y="3728621"/>
            <a:ext cx="4181383" cy="2417649"/>
          </a:xfrm>
          <a:prstGeom prst="rect">
            <a:avLst/>
          </a:prstGeom>
        </p:spPr>
      </p:pic>
      <p:pic>
        <p:nvPicPr>
          <p:cNvPr id="13" name="Imagen 12">
            <a:extLst>
              <a:ext uri="{FF2B5EF4-FFF2-40B4-BE49-F238E27FC236}">
                <a16:creationId xmlns:a16="http://schemas.microsoft.com/office/drawing/2014/main" id="{59D16E56-ED9F-BC5C-7EB7-A3698F83E1CF}"/>
              </a:ext>
            </a:extLst>
          </p:cNvPr>
          <p:cNvPicPr>
            <a:picLocks noChangeAspect="1"/>
          </p:cNvPicPr>
          <p:nvPr/>
        </p:nvPicPr>
        <p:blipFill>
          <a:blip r:embed="rId4">
            <a:extLst>
              <a:ext uri="{28A0092B-C50C-407E-A947-70E740481C1C}">
                <a14:useLocalDpi xmlns:a14="http://schemas.microsoft.com/office/drawing/2010/main" val="0"/>
              </a:ext>
            </a:extLst>
          </a:blip>
          <a:srcRect r="8507"/>
          <a:stretch>
            <a:fillRect/>
          </a:stretch>
        </p:blipFill>
        <p:spPr>
          <a:xfrm>
            <a:off x="4421080" y="3728619"/>
            <a:ext cx="4545366" cy="2456025"/>
          </a:xfrm>
          <a:prstGeom prst="rect">
            <a:avLst/>
          </a:prstGeom>
        </p:spPr>
      </p:pic>
      <p:sp>
        <p:nvSpPr>
          <p:cNvPr id="15" name="CuadroTexto 14">
            <a:extLst>
              <a:ext uri="{FF2B5EF4-FFF2-40B4-BE49-F238E27FC236}">
                <a16:creationId xmlns:a16="http://schemas.microsoft.com/office/drawing/2014/main" id="{ABDF8703-C805-2749-0767-146D255C0923}"/>
              </a:ext>
            </a:extLst>
          </p:cNvPr>
          <p:cNvSpPr txBox="1"/>
          <p:nvPr/>
        </p:nvSpPr>
        <p:spPr>
          <a:xfrm>
            <a:off x="1793289" y="6184644"/>
            <a:ext cx="4580876" cy="646331"/>
          </a:xfrm>
          <a:prstGeom prst="rect">
            <a:avLst/>
          </a:prstGeom>
          <a:noFill/>
        </p:spPr>
        <p:txBody>
          <a:bodyPr wrap="square">
            <a:spAutoFit/>
          </a:bodyPr>
          <a:lstStyle/>
          <a:p>
            <a:pPr algn="ctr"/>
            <a:r>
              <a:rPr lang="es-MX" dirty="0"/>
              <a:t>Ejemplos de Perforaciones de  formas de agregar un nueva perforación</a:t>
            </a:r>
          </a:p>
        </p:txBody>
      </p:sp>
    </p:spTree>
    <p:extLst>
      <p:ext uri="{BB962C8B-B14F-4D97-AF65-F5344CB8AC3E}">
        <p14:creationId xmlns:p14="http://schemas.microsoft.com/office/powerpoint/2010/main" val="41596542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E18E5E16-AD3B-E5D5-D94F-4BB1ECE434B1}"/>
              </a:ext>
            </a:extLst>
          </p:cNvPr>
          <p:cNvSpPr txBox="1"/>
          <p:nvPr/>
        </p:nvSpPr>
        <p:spPr>
          <a:xfrm>
            <a:off x="2219418" y="1399927"/>
            <a:ext cx="4580876" cy="4328364"/>
          </a:xfrm>
          <a:prstGeom prst="rect">
            <a:avLst/>
          </a:prstGeom>
          <a:noFill/>
        </p:spPr>
        <p:txBody>
          <a:bodyPr wrap="square">
            <a:spAutoFit/>
          </a:bodyPr>
          <a:lstStyle/>
          <a:p>
            <a:pPr>
              <a:lnSpc>
                <a:spcPct val="107000"/>
              </a:lnSpc>
              <a:spcAft>
                <a:spcPts val="800"/>
              </a:spcAft>
              <a:buNone/>
            </a:pPr>
            <a:r>
              <a:rPr lang="es-AR" sz="1800" dirty="0">
                <a:effectLst/>
                <a:latin typeface="Lato" panose="020F0502020204030203" pitchFamily="34" charset="0"/>
                <a:ea typeface="Lato" panose="020F0502020204030203" pitchFamily="34" charset="0"/>
                <a:cs typeface="Lato" panose="020F0502020204030203" pitchFamily="34" charset="0"/>
              </a:rPr>
              <a:t> </a:t>
            </a:r>
            <a:endParaRPr lang="es-AR" sz="1800" dirty="0">
              <a:effectLst/>
              <a:latin typeface="Calibri" panose="020F0502020204030204" pitchFamily="34" charset="0"/>
              <a:ea typeface="Calibri" panose="020F0502020204030204" pitchFamily="34" charset="0"/>
            </a:endParaRPr>
          </a:p>
          <a:p>
            <a:pPr marL="342900" lvl="0" indent="-342900">
              <a:lnSpc>
                <a:spcPct val="107000"/>
              </a:lnSpc>
              <a:buFont typeface="+mj-lt"/>
              <a:buAutoNum type="arabicPeriod"/>
            </a:pPr>
            <a:r>
              <a:rPr lang="es-AR" sz="1800" b="1" dirty="0">
                <a:solidFill>
                  <a:srgbClr val="002060"/>
                </a:solidFill>
                <a:effectLst/>
                <a:latin typeface="Lato" panose="020F0502020204030203" pitchFamily="34" charset="0"/>
                <a:ea typeface="Lato" panose="020F0502020204030203" pitchFamily="34" charset="0"/>
                <a:cs typeface="Lato" panose="020F0502020204030203" pitchFamily="34" charset="0"/>
              </a:rPr>
              <a:t>Renombrado:</a:t>
            </a:r>
            <a:r>
              <a:rPr lang="es-AR" sz="1800" dirty="0">
                <a:solidFill>
                  <a:srgbClr val="002060"/>
                </a:solidFill>
                <a:effectLst/>
                <a:latin typeface="Lato" panose="020F0502020204030203" pitchFamily="34" charset="0"/>
                <a:ea typeface="Lato" panose="020F0502020204030203" pitchFamily="34" charset="0"/>
                <a:cs typeface="Lato" panose="020F0502020204030203" pitchFamily="34" charset="0"/>
              </a:rPr>
              <a:t> La extensión del archivo descargado se cambia de `.KMZ` o `.KML` a `.ZIP`.</a:t>
            </a:r>
            <a:endParaRPr lang="es-AR" sz="1800" dirty="0">
              <a:solidFill>
                <a:srgbClr val="002060"/>
              </a:solidFill>
              <a:effectLst/>
              <a:latin typeface="Calibri" panose="020F0502020204030204" pitchFamily="34" charset="0"/>
              <a:ea typeface="Calibri" panose="020F0502020204030204" pitchFamily="34" charset="0"/>
            </a:endParaRPr>
          </a:p>
          <a:p>
            <a:pPr marL="342900" lvl="0" indent="-342900">
              <a:lnSpc>
                <a:spcPct val="107000"/>
              </a:lnSpc>
              <a:buFont typeface="+mj-lt"/>
              <a:buAutoNum type="arabicPeriod"/>
            </a:pPr>
            <a:r>
              <a:rPr lang="es-AR" sz="1800" b="1" dirty="0">
                <a:solidFill>
                  <a:srgbClr val="002060"/>
                </a:solidFill>
                <a:effectLst/>
                <a:latin typeface="Lato" panose="020F0502020204030203" pitchFamily="34" charset="0"/>
                <a:ea typeface="Lato" panose="020F0502020204030203" pitchFamily="34" charset="0"/>
                <a:cs typeface="Lato" panose="020F0502020204030203" pitchFamily="34" charset="0"/>
              </a:rPr>
              <a:t>Acceso:</a:t>
            </a:r>
            <a:r>
              <a:rPr lang="es-AR" sz="1800" dirty="0">
                <a:solidFill>
                  <a:srgbClr val="002060"/>
                </a:solidFill>
                <a:effectLst/>
                <a:latin typeface="Lato" panose="020F0502020204030203" pitchFamily="34" charset="0"/>
                <a:ea typeface="Lato" panose="020F0502020204030203" pitchFamily="34" charset="0"/>
                <a:cs typeface="Lato" panose="020F0502020204030203" pitchFamily="34" charset="0"/>
              </a:rPr>
              <a:t> Se accede al archivo clave `doc.kml` que se encuentra en su interior.</a:t>
            </a:r>
            <a:endParaRPr lang="es-AR" sz="1800" dirty="0">
              <a:solidFill>
                <a:srgbClr val="002060"/>
              </a:solidFill>
              <a:effectLst/>
              <a:latin typeface="Calibri" panose="020F0502020204030204" pitchFamily="34" charset="0"/>
              <a:ea typeface="Calibri" panose="020F0502020204030204" pitchFamily="34" charset="0"/>
            </a:endParaRPr>
          </a:p>
          <a:p>
            <a:pPr marL="342900" lvl="0" indent="-342900">
              <a:lnSpc>
                <a:spcPct val="107000"/>
              </a:lnSpc>
              <a:buFont typeface="+mj-lt"/>
              <a:buAutoNum type="arabicPeriod"/>
            </a:pPr>
            <a:r>
              <a:rPr lang="es-AR" sz="1800" b="1" dirty="0">
                <a:solidFill>
                  <a:srgbClr val="002060"/>
                </a:solidFill>
                <a:effectLst/>
                <a:latin typeface="Lato" panose="020F0502020204030203" pitchFamily="34" charset="0"/>
                <a:ea typeface="Lato" panose="020F0502020204030203" pitchFamily="34" charset="0"/>
                <a:cs typeface="Lato" panose="020F0502020204030203" pitchFamily="34" charset="0"/>
              </a:rPr>
              <a:t>Edición Masiva con Python:</a:t>
            </a:r>
            <a:r>
              <a:rPr lang="es-AR" sz="1800" dirty="0">
                <a:solidFill>
                  <a:srgbClr val="002060"/>
                </a:solidFill>
                <a:effectLst/>
                <a:latin typeface="Lato" panose="020F0502020204030203" pitchFamily="34" charset="0"/>
                <a:ea typeface="Lato" panose="020F0502020204030203" pitchFamily="34" charset="0"/>
                <a:cs typeface="Lato" panose="020F0502020204030203" pitchFamily="34" charset="0"/>
              </a:rPr>
              <a:t> El script de Python lee el `doc.kml` y procede a la edición masiva y automática de las propiedades de los objetos.</a:t>
            </a:r>
            <a:endParaRPr lang="es-AR" sz="1800" dirty="0">
              <a:solidFill>
                <a:srgbClr val="002060"/>
              </a:solidFill>
              <a:effectLst/>
              <a:latin typeface="Calibri" panose="020F0502020204030204" pitchFamily="34" charset="0"/>
              <a:ea typeface="Calibri" panose="020F0502020204030204" pitchFamily="34" charset="0"/>
            </a:endParaRPr>
          </a:p>
          <a:p>
            <a:pPr marL="342900" lvl="0" indent="-342900">
              <a:lnSpc>
                <a:spcPct val="107000"/>
              </a:lnSpc>
              <a:spcAft>
                <a:spcPts val="800"/>
              </a:spcAft>
              <a:buFont typeface="+mj-lt"/>
              <a:buAutoNum type="arabicPeriod"/>
            </a:pPr>
            <a:r>
              <a:rPr lang="es-AR" sz="1800" b="1" dirty="0">
                <a:solidFill>
                  <a:srgbClr val="002060"/>
                </a:solidFill>
                <a:effectLst/>
                <a:latin typeface="Lato" panose="020F0502020204030203" pitchFamily="34" charset="0"/>
                <a:ea typeface="Lato" panose="020F0502020204030203" pitchFamily="34" charset="0"/>
                <a:cs typeface="Lato" panose="020F0502020204030203" pitchFamily="34" charset="0"/>
              </a:rPr>
              <a:t>Reempaquetado:</a:t>
            </a:r>
            <a:r>
              <a:rPr lang="es-AR" sz="1800" dirty="0">
                <a:solidFill>
                  <a:srgbClr val="002060"/>
                </a:solidFill>
                <a:effectLst/>
                <a:latin typeface="Lato" panose="020F0502020204030203" pitchFamily="34" charset="0"/>
                <a:ea typeface="Lato" panose="020F0502020204030203" pitchFamily="34" charset="0"/>
                <a:cs typeface="Lato" panose="020F0502020204030203" pitchFamily="34" charset="0"/>
              </a:rPr>
              <a:t> El archivo modificado se vuelve a comprimir y se renombra a `.KMZ`, creando una capa optimizada.</a:t>
            </a:r>
            <a:endParaRPr lang="es-AR" sz="1800" dirty="0">
              <a:solidFill>
                <a:srgbClr val="002060"/>
              </a:solidFill>
              <a:effectLst/>
              <a:latin typeface="Calibri" panose="020F0502020204030204" pitchFamily="34" charset="0"/>
              <a:ea typeface="Calibri" panose="020F0502020204030204" pitchFamily="34" charset="0"/>
            </a:endParaRPr>
          </a:p>
        </p:txBody>
      </p:sp>
      <p:sp>
        <p:nvSpPr>
          <p:cNvPr id="6" name="CuadroTexto 5">
            <a:extLst>
              <a:ext uri="{FF2B5EF4-FFF2-40B4-BE49-F238E27FC236}">
                <a16:creationId xmlns:a16="http://schemas.microsoft.com/office/drawing/2014/main" id="{A054A0EF-76EF-089D-FA6B-9C4F0AF44AEA}"/>
              </a:ext>
            </a:extLst>
          </p:cNvPr>
          <p:cNvSpPr txBox="1"/>
          <p:nvPr/>
        </p:nvSpPr>
        <p:spPr>
          <a:xfrm>
            <a:off x="2219418" y="1056443"/>
            <a:ext cx="4918229" cy="1200200"/>
          </a:xfrm>
          <a:prstGeom prst="rect">
            <a:avLst/>
          </a:prstGeom>
          <a:noFill/>
        </p:spPr>
        <p:txBody>
          <a:bodyPr wrap="square" rtlCol="0">
            <a:spAutoFit/>
          </a:bodyPr>
          <a:lstStyle/>
          <a:p>
            <a:pPr>
              <a:lnSpc>
                <a:spcPct val="107000"/>
              </a:lnSpc>
              <a:spcAft>
                <a:spcPts val="800"/>
              </a:spcAft>
              <a:buNone/>
            </a:pPr>
            <a:r>
              <a:rPr lang="es-AR" sz="2000" b="1" dirty="0">
                <a:latin typeface="Lato" panose="020F0502020204030203" pitchFamily="34" charset="0"/>
                <a:ea typeface="Lato" panose="020F0502020204030203" pitchFamily="34" charset="0"/>
                <a:cs typeface="Lato" panose="020F0502020204030203" pitchFamily="34" charset="0"/>
              </a:rPr>
              <a:t>Proceso Técnico a cambios de Capas </a:t>
            </a:r>
            <a:endParaRPr lang="es-AR" dirty="0">
              <a:latin typeface="Calibri" panose="020F0502020204030204" pitchFamily="34" charset="0"/>
              <a:ea typeface="Calibri" panose="020F0502020204030204" pitchFamily="34" charset="0"/>
            </a:endParaRPr>
          </a:p>
          <a:p>
            <a:pPr>
              <a:lnSpc>
                <a:spcPct val="107000"/>
              </a:lnSpc>
              <a:spcAft>
                <a:spcPts val="800"/>
              </a:spcAft>
              <a:buNone/>
            </a:pPr>
            <a:r>
              <a:rPr lang="es-AR" dirty="0">
                <a:latin typeface="Lato" panose="020F0502020204030203" pitchFamily="34" charset="0"/>
                <a:ea typeface="Lato" panose="020F0502020204030203" pitchFamily="34" charset="0"/>
                <a:cs typeface="Lato" panose="020F0502020204030203" pitchFamily="34" charset="0"/>
              </a:rPr>
              <a:t> </a:t>
            </a:r>
            <a:endParaRPr lang="es-AR" dirty="0">
              <a:latin typeface="Calibri" panose="020F0502020204030204" pitchFamily="34" charset="0"/>
              <a:ea typeface="Calibri" panose="020F0502020204030204" pitchFamily="34" charset="0"/>
            </a:endParaRPr>
          </a:p>
          <a:p>
            <a:endParaRPr lang="es-AR" dirty="0"/>
          </a:p>
        </p:txBody>
      </p:sp>
    </p:spTree>
    <p:extLst>
      <p:ext uri="{BB962C8B-B14F-4D97-AF65-F5344CB8AC3E}">
        <p14:creationId xmlns:p14="http://schemas.microsoft.com/office/powerpoint/2010/main" val="5063094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90EB602F-55EF-3781-EEBB-E3D232773413}"/>
              </a:ext>
            </a:extLst>
          </p:cNvPr>
          <p:cNvPicPr>
            <a:picLocks noChangeAspect="1"/>
          </p:cNvPicPr>
          <p:nvPr/>
        </p:nvPicPr>
        <p:blipFill>
          <a:blip r:embed="rId2"/>
          <a:stretch>
            <a:fillRect/>
          </a:stretch>
        </p:blipFill>
        <p:spPr>
          <a:xfrm>
            <a:off x="835148" y="1429305"/>
            <a:ext cx="7651904" cy="4011562"/>
          </a:xfrm>
          <a:prstGeom prst="rect">
            <a:avLst/>
          </a:prstGeom>
        </p:spPr>
      </p:pic>
      <p:sp>
        <p:nvSpPr>
          <p:cNvPr id="4" name="CuadroTexto 3">
            <a:extLst>
              <a:ext uri="{FF2B5EF4-FFF2-40B4-BE49-F238E27FC236}">
                <a16:creationId xmlns:a16="http://schemas.microsoft.com/office/drawing/2014/main" id="{F19E4B15-2962-04AF-B7F0-100B0FC1FF32}"/>
              </a:ext>
            </a:extLst>
          </p:cNvPr>
          <p:cNvSpPr txBox="1"/>
          <p:nvPr/>
        </p:nvSpPr>
        <p:spPr>
          <a:xfrm>
            <a:off x="2872337" y="630315"/>
            <a:ext cx="3554306" cy="369332"/>
          </a:xfrm>
          <a:prstGeom prst="rect">
            <a:avLst/>
          </a:prstGeom>
          <a:noFill/>
        </p:spPr>
        <p:txBody>
          <a:bodyPr wrap="none" rtlCol="0">
            <a:spAutoFit/>
          </a:bodyPr>
          <a:lstStyle/>
          <a:p>
            <a:r>
              <a:rPr lang="es-MX" dirty="0"/>
              <a:t>Cambios a Capas- Pozos San Rafael</a:t>
            </a:r>
            <a:endParaRPr lang="es-AR" dirty="0"/>
          </a:p>
        </p:txBody>
      </p:sp>
    </p:spTree>
    <p:extLst>
      <p:ext uri="{BB962C8B-B14F-4D97-AF65-F5344CB8AC3E}">
        <p14:creationId xmlns:p14="http://schemas.microsoft.com/office/powerpoint/2010/main" val="11378574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BC400-A62D-D95B-BDDE-86B9F8C601ED}"/>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2145BCD0-6926-86B2-FF2D-0835D1B2C7CD}"/>
              </a:ext>
            </a:extLst>
          </p:cNvPr>
          <p:cNvSpPr txBox="1"/>
          <p:nvPr/>
        </p:nvSpPr>
        <p:spPr>
          <a:xfrm>
            <a:off x="3032135" y="692459"/>
            <a:ext cx="3554306" cy="369332"/>
          </a:xfrm>
          <a:prstGeom prst="rect">
            <a:avLst/>
          </a:prstGeom>
          <a:noFill/>
        </p:spPr>
        <p:txBody>
          <a:bodyPr wrap="none" rtlCol="0">
            <a:spAutoFit/>
          </a:bodyPr>
          <a:lstStyle/>
          <a:p>
            <a:r>
              <a:rPr lang="es-MX" dirty="0"/>
              <a:t>Cambios a Capas- Pozos San Rafael</a:t>
            </a:r>
            <a:endParaRPr lang="es-AR" dirty="0"/>
          </a:p>
        </p:txBody>
      </p:sp>
      <p:pic>
        <p:nvPicPr>
          <p:cNvPr id="5" name="Imagen 4">
            <a:extLst>
              <a:ext uri="{FF2B5EF4-FFF2-40B4-BE49-F238E27FC236}">
                <a16:creationId xmlns:a16="http://schemas.microsoft.com/office/drawing/2014/main" id="{90E7A50B-D1ED-22B1-6AA6-5FCD8F4AE2FF}"/>
              </a:ext>
            </a:extLst>
          </p:cNvPr>
          <p:cNvPicPr>
            <a:picLocks noChangeAspect="1"/>
          </p:cNvPicPr>
          <p:nvPr/>
        </p:nvPicPr>
        <p:blipFill>
          <a:blip r:embed="rId2"/>
          <a:stretch>
            <a:fillRect/>
          </a:stretch>
        </p:blipFill>
        <p:spPr>
          <a:xfrm>
            <a:off x="1020790" y="1335182"/>
            <a:ext cx="7333097" cy="4602440"/>
          </a:xfrm>
          <a:prstGeom prst="rect">
            <a:avLst/>
          </a:prstGeom>
        </p:spPr>
      </p:pic>
    </p:spTree>
    <p:extLst>
      <p:ext uri="{BB962C8B-B14F-4D97-AF65-F5344CB8AC3E}">
        <p14:creationId xmlns:p14="http://schemas.microsoft.com/office/powerpoint/2010/main" val="29410885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C6750-7813-24C1-189A-2240D99B5BBA}"/>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5D8B3898-D3BF-F77F-2F8A-798B998DF0B0}"/>
              </a:ext>
            </a:extLst>
          </p:cNvPr>
          <p:cNvSpPr txBox="1"/>
          <p:nvPr/>
        </p:nvSpPr>
        <p:spPr>
          <a:xfrm>
            <a:off x="2794847" y="630315"/>
            <a:ext cx="3554306" cy="369332"/>
          </a:xfrm>
          <a:prstGeom prst="rect">
            <a:avLst/>
          </a:prstGeom>
          <a:noFill/>
        </p:spPr>
        <p:txBody>
          <a:bodyPr wrap="none" rtlCol="0">
            <a:spAutoFit/>
          </a:bodyPr>
          <a:lstStyle/>
          <a:p>
            <a:r>
              <a:rPr lang="es-MX" dirty="0"/>
              <a:t>Cambios a Capas- Pozos San Rafael</a:t>
            </a:r>
            <a:endParaRPr lang="es-AR" dirty="0"/>
          </a:p>
        </p:txBody>
      </p:sp>
      <p:pic>
        <p:nvPicPr>
          <p:cNvPr id="3" name="Imagen 2">
            <a:extLst>
              <a:ext uri="{FF2B5EF4-FFF2-40B4-BE49-F238E27FC236}">
                <a16:creationId xmlns:a16="http://schemas.microsoft.com/office/drawing/2014/main" id="{513AF06A-0667-5A65-AD20-2C9D7CFAE959}"/>
              </a:ext>
            </a:extLst>
          </p:cNvPr>
          <p:cNvPicPr>
            <a:picLocks noChangeAspect="1"/>
          </p:cNvPicPr>
          <p:nvPr/>
        </p:nvPicPr>
        <p:blipFill>
          <a:blip r:embed="rId2"/>
          <a:stretch>
            <a:fillRect/>
          </a:stretch>
        </p:blipFill>
        <p:spPr>
          <a:xfrm>
            <a:off x="1657429" y="1115057"/>
            <a:ext cx="5829141" cy="4817964"/>
          </a:xfrm>
          <a:prstGeom prst="rect">
            <a:avLst/>
          </a:prstGeom>
        </p:spPr>
      </p:pic>
    </p:spTree>
    <p:extLst>
      <p:ext uri="{BB962C8B-B14F-4D97-AF65-F5344CB8AC3E}">
        <p14:creationId xmlns:p14="http://schemas.microsoft.com/office/powerpoint/2010/main" val="150073353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o">
  <a:themeElements>
    <a:clrScheme name="Practicas Profecionales">
      <a:dk1>
        <a:srgbClr val="035373"/>
      </a:dk1>
      <a:lt1>
        <a:srgbClr val="8C3F3F"/>
      </a:lt1>
      <a:dk2>
        <a:srgbClr val="E9FDFF"/>
      </a:dk2>
      <a:lt2>
        <a:srgbClr val="BF372A"/>
      </a:lt2>
      <a:accent1>
        <a:srgbClr val="8C3F3F"/>
      </a:accent1>
      <a:accent2>
        <a:srgbClr val="035373"/>
      </a:accent2>
      <a:accent3>
        <a:srgbClr val="4EBFD9"/>
      </a:accent3>
      <a:accent4>
        <a:srgbClr val="E9FDFF"/>
      </a:accent4>
      <a:accent5>
        <a:srgbClr val="E9FDFF"/>
      </a:accent5>
      <a:accent6>
        <a:srgbClr val="BF372A"/>
      </a:accent6>
      <a:hlink>
        <a:srgbClr val="BF372A"/>
      </a:hlink>
      <a:folHlink>
        <a:srgbClr val="BF372A"/>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TM04033919[[fn=Circuito]]</Template>
  <TotalTime>725</TotalTime>
  <Words>599</Words>
  <Application>Microsoft Office PowerPoint</Application>
  <PresentationFormat>Presentación en pantalla (4:3)</PresentationFormat>
  <Paragraphs>51</Paragraphs>
  <Slides>17</Slides>
  <Notes>2</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17</vt:i4>
      </vt:variant>
    </vt:vector>
  </HeadingPairs>
  <TitlesOfParts>
    <vt:vector size="22" baseType="lpstr">
      <vt:lpstr>Arial</vt:lpstr>
      <vt:lpstr>Calibri</vt:lpstr>
      <vt:lpstr>Lato</vt:lpstr>
      <vt:lpstr>Tw Cen MT</vt:lpstr>
      <vt:lpstr>Circuito</vt:lpstr>
      <vt:lpstr>Presentación de PowerPoint</vt:lpstr>
      <vt:lpstr>Presentación de PowerPoint</vt:lpstr>
      <vt:lpstr>Cronología </vt:lpstr>
      <vt:lpstr>Resumen de las practicas profesionales </vt:lpstr>
      <vt:lpstr>Objetivos </vt:lpstr>
      <vt:lpstr>Usos Prácticos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Usuario</dc:creator>
  <cp:lastModifiedBy>Usuario</cp:lastModifiedBy>
  <cp:revision>10</cp:revision>
  <dcterms:created xsi:type="dcterms:W3CDTF">2025-08-30T15:17:03Z</dcterms:created>
  <dcterms:modified xsi:type="dcterms:W3CDTF">2025-10-30T23:08:55Z</dcterms:modified>
</cp:coreProperties>
</file>