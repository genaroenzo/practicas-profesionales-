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4382" r:id="rId1"/>
  </p:sldMasterIdLst>
  <p:notesMasterIdLst>
    <p:notesMasterId r:id="rId27"/>
  </p:notesMasterIdLst>
  <p:sldIdLst>
    <p:sldId id="257" r:id="rId2"/>
    <p:sldId id="258" r:id="rId3"/>
    <p:sldId id="269" r:id="rId4"/>
    <p:sldId id="259" r:id="rId5"/>
    <p:sldId id="260" r:id="rId6"/>
    <p:sldId id="261" r:id="rId7"/>
    <p:sldId id="262" r:id="rId8"/>
    <p:sldId id="263" r:id="rId9"/>
    <p:sldId id="264" r:id="rId10"/>
    <p:sldId id="265" r:id="rId11"/>
    <p:sldId id="266" r:id="rId12"/>
    <p:sldId id="273" r:id="rId13"/>
    <p:sldId id="267" r:id="rId14"/>
    <p:sldId id="268" r:id="rId15"/>
    <p:sldId id="270" r:id="rId16"/>
    <p:sldId id="271" r:id="rId17"/>
    <p:sldId id="272" r:id="rId18"/>
    <p:sldId id="274" r:id="rId19"/>
    <p:sldId id="275" r:id="rId20"/>
    <p:sldId id="276" r:id="rId21"/>
    <p:sldId id="277" r:id="rId22"/>
    <p:sldId id="278" r:id="rId23"/>
    <p:sldId id="279" r:id="rId24"/>
    <p:sldId id="281" r:id="rId25"/>
    <p:sldId id="280" r:id="rId26"/>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987" autoAdjust="0"/>
    <p:restoredTop sz="94660"/>
  </p:normalViewPr>
  <p:slideViewPr>
    <p:cSldViewPr snapToGrid="0">
      <p:cViewPr>
        <p:scale>
          <a:sx n="125" d="100"/>
          <a:sy n="125" d="100"/>
        </p:scale>
        <p:origin x="1176" y="-19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notesMaster" Target="notesMasters/notesMaster1.xml"/><Relationship Id="rId30"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AR"/>
          </a:p>
        </p:txBody>
      </p:sp>
      <p:sp>
        <p:nvSpPr>
          <p:cNvPr id="3" name="Marcador de fech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F3192C5-C71A-4534-9E44-F0734F019E71}" type="datetimeFigureOut">
              <a:rPr lang="es-AR" smtClean="0"/>
              <a:t>3/11/2025</a:t>
            </a:fld>
            <a:endParaRPr lang="es-AR"/>
          </a:p>
        </p:txBody>
      </p:sp>
      <p:sp>
        <p:nvSpPr>
          <p:cNvPr id="4" name="Marcador de imagen de diapositiva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s-AR"/>
          </a:p>
        </p:txBody>
      </p:sp>
      <p:sp>
        <p:nvSpPr>
          <p:cNvPr id="5" name="Marcador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AR"/>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AR"/>
          </a:p>
        </p:txBody>
      </p:sp>
      <p:sp>
        <p:nvSpPr>
          <p:cNvPr id="7" name="Marcador de número de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A7E10D1-138C-4AEC-AD39-71B97B2E9120}" type="slidenum">
              <a:rPr lang="es-AR" smtClean="0"/>
              <a:t>‹Nº›</a:t>
            </a:fld>
            <a:endParaRPr lang="es-AR"/>
          </a:p>
        </p:txBody>
      </p:sp>
    </p:spTree>
    <p:extLst>
      <p:ext uri="{BB962C8B-B14F-4D97-AF65-F5344CB8AC3E}">
        <p14:creationId xmlns:p14="http://schemas.microsoft.com/office/powerpoint/2010/main" val="41424588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txBody>
          <a:bodyPr/>
          <a:lstStyle/>
          <a:p>
            <a:endParaRPr lang="es-AR"/>
          </a:p>
        </p:txBody>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DA7E10D1-138C-4AEC-AD39-71B97B2E9120}" type="slidenum">
              <a:rPr lang="es-AR" smtClean="0"/>
              <a:t>11</a:t>
            </a:fld>
            <a:endParaRPr lang="es-AR"/>
          </a:p>
        </p:txBody>
      </p:sp>
    </p:spTree>
    <p:extLst>
      <p:ext uri="{BB962C8B-B14F-4D97-AF65-F5344CB8AC3E}">
        <p14:creationId xmlns:p14="http://schemas.microsoft.com/office/powerpoint/2010/main" val="126390158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4DF6D3-4BCB-4819-C962-11CDC0F5A543}"/>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8F55B7DE-B241-CCAA-6CC3-B0CAC26D58A2}"/>
              </a:ext>
            </a:extLst>
          </p:cNvPr>
          <p:cNvSpPr>
            <a:spLocks noGrp="1" noRot="1" noChangeAspect="1"/>
          </p:cNvSpPr>
          <p:nvPr>
            <p:ph type="sldImg"/>
          </p:nvPr>
        </p:nvSpPr>
        <p:spPr/>
        <p:txBody>
          <a:bodyPr/>
          <a:lstStyle/>
          <a:p>
            <a:endParaRPr lang="es-AR"/>
          </a:p>
        </p:txBody>
      </p:sp>
      <p:sp>
        <p:nvSpPr>
          <p:cNvPr id="3" name="Marcador de notas 2">
            <a:extLst>
              <a:ext uri="{FF2B5EF4-FFF2-40B4-BE49-F238E27FC236}">
                <a16:creationId xmlns:a16="http://schemas.microsoft.com/office/drawing/2014/main" id="{E291C6C0-4147-FBCC-BFDF-F6CD60D924D2}"/>
              </a:ext>
            </a:extLst>
          </p:cNvPr>
          <p:cNvSpPr>
            <a:spLocks noGrp="1"/>
          </p:cNvSpPr>
          <p:nvPr>
            <p:ph type="body" idx="1"/>
          </p:nvPr>
        </p:nvSpPr>
        <p:spPr/>
        <p:txBody>
          <a:bodyPr/>
          <a:lstStyle/>
          <a:p>
            <a:endParaRPr lang="es-AR" dirty="0"/>
          </a:p>
        </p:txBody>
      </p:sp>
      <p:sp>
        <p:nvSpPr>
          <p:cNvPr id="4" name="Marcador de número de diapositiva 3">
            <a:extLst>
              <a:ext uri="{FF2B5EF4-FFF2-40B4-BE49-F238E27FC236}">
                <a16:creationId xmlns:a16="http://schemas.microsoft.com/office/drawing/2014/main" id="{9E70E357-F29A-3438-FDA1-AA5A61097A5C}"/>
              </a:ext>
            </a:extLst>
          </p:cNvPr>
          <p:cNvSpPr>
            <a:spLocks noGrp="1"/>
          </p:cNvSpPr>
          <p:nvPr>
            <p:ph type="sldNum" sz="quarter" idx="5"/>
          </p:nvPr>
        </p:nvSpPr>
        <p:spPr/>
        <p:txBody>
          <a:bodyPr/>
          <a:lstStyle/>
          <a:p>
            <a:fld id="{DA7E10D1-138C-4AEC-AD39-71B97B2E9120}" type="slidenum">
              <a:rPr lang="es-AR" smtClean="0"/>
              <a:t>12</a:t>
            </a:fld>
            <a:endParaRPr lang="es-AR"/>
          </a:p>
        </p:txBody>
      </p:sp>
    </p:spTree>
    <p:extLst>
      <p:ext uri="{BB962C8B-B14F-4D97-AF65-F5344CB8AC3E}">
        <p14:creationId xmlns:p14="http://schemas.microsoft.com/office/powerpoint/2010/main" val="3878443941"/>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Diapositiva de título">
    <p:spTree>
      <p:nvGrpSpPr>
        <p:cNvPr id="1" name=""/>
        <p:cNvGrpSpPr/>
        <p:nvPr/>
      </p:nvGrpSpPr>
      <p:grpSpPr>
        <a:xfrm>
          <a:off x="0" y="0"/>
          <a:ext cx="0" cy="0"/>
          <a:chOff x="0" y="0"/>
          <a:chExt cx="0" cy="0"/>
        </a:xfrm>
      </p:grpSpPr>
      <p:pic>
        <p:nvPicPr>
          <p:cNvPr id="62" name="Picture 2" descr="\\DROBO-FS\QuickDrops\JB\PPTX NG\Droplets\LightingOverlay.png"/>
          <p:cNvPicPr>
            <a:picLocks noChangeAspect="1" noChangeArrowheads="1"/>
          </p:cNvPicPr>
          <p:nvPr/>
        </p:nvPicPr>
        <p:blipFill>
          <a:blip r:embed="rId2">
            <a:alphaModFix amt="30000"/>
            <a:duotone>
              <a:schemeClr val="bg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1" y="-1"/>
            <a:ext cx="9144002" cy="6858001"/>
          </a:xfrm>
          <a:prstGeom prst="rect">
            <a:avLst/>
          </a:prstGeom>
          <a:noFill/>
          <a:extLst>
            <a:ext uri="{909E8E84-426E-40dd-AFC4-6F175D3DCCD1}">
              <a14:hiddenFill xmlns="" xmlns:a14="http://schemas.microsoft.com/office/drawing/2010/main">
                <a:solidFill>
                  <a:srgbClr val="FFFFFF"/>
                </a:solidFill>
              </a14:hiddenFill>
            </a:ext>
          </a:extLst>
        </p:spPr>
      </p:pic>
      <p:grpSp>
        <p:nvGrpSpPr>
          <p:cNvPr id="66" name="Group 65"/>
          <p:cNvGrpSpPr/>
          <p:nvPr/>
        </p:nvGrpSpPr>
        <p:grpSpPr>
          <a:xfrm>
            <a:off x="0" y="0"/>
            <a:ext cx="2305051" cy="6858001"/>
            <a:chOff x="0" y="0"/>
            <a:chExt cx="2305051" cy="6858001"/>
          </a:xfrm>
          <a:gradFill flip="none" rotWithShape="1">
            <a:gsLst>
              <a:gs pos="0">
                <a:schemeClr val="tx2"/>
              </a:gs>
              <a:gs pos="100000">
                <a:schemeClr val="bg2">
                  <a:lumMod val="60000"/>
                  <a:lumOff val="40000"/>
                </a:schemeClr>
              </a:gs>
            </a:gsLst>
            <a:lin ang="5400000" scaled="0"/>
            <a:tileRect/>
          </a:gradFill>
        </p:grpSpPr>
        <p:sp>
          <p:nvSpPr>
            <p:cNvPr id="67" name="Rectangle 5"/>
            <p:cNvSpPr>
              <a:spLocks noChangeArrowheads="1"/>
            </p:cNvSpPr>
            <p:nvPr/>
          </p:nvSpPr>
          <p:spPr bwMode="auto">
            <a:xfrm>
              <a:off x="1209675" y="4763"/>
              <a:ext cx="23813" cy="2181225"/>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txBody>
            <a:bodyPr/>
            <a:lstStyle/>
            <a:p>
              <a:endParaRPr lang="es-AR"/>
            </a:p>
          </p:txBody>
        </p:sp>
        <p:sp>
          <p:nvSpPr>
            <p:cNvPr id="68" name="Freeform 6"/>
            <p:cNvSpPr>
              <a:spLocks noEditPoints="1"/>
            </p:cNvSpPr>
            <p:nvPr/>
          </p:nvSpPr>
          <p:spPr bwMode="auto">
            <a:xfrm>
              <a:off x="1128713"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s-AR"/>
            </a:p>
          </p:txBody>
        </p:sp>
        <p:sp>
          <p:nvSpPr>
            <p:cNvPr id="69" name="Freeform 7"/>
            <p:cNvSpPr>
              <a:spLocks noEditPoints="1"/>
            </p:cNvSpPr>
            <p:nvPr/>
          </p:nvSpPr>
          <p:spPr bwMode="auto">
            <a:xfrm>
              <a:off x="1123950"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s-AR"/>
            </a:p>
          </p:txBody>
        </p:sp>
        <p:sp>
          <p:nvSpPr>
            <p:cNvPr id="70" name="Rectangle 8"/>
            <p:cNvSpPr>
              <a:spLocks noChangeArrowheads="1"/>
            </p:cNvSpPr>
            <p:nvPr/>
          </p:nvSpPr>
          <p:spPr bwMode="auto">
            <a:xfrm>
              <a:off x="414338" y="9525"/>
              <a:ext cx="28575" cy="4481513"/>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txBody>
            <a:bodyPr/>
            <a:lstStyle/>
            <a:p>
              <a:endParaRPr lang="es-AR"/>
            </a:p>
          </p:txBody>
        </p:sp>
        <p:sp>
          <p:nvSpPr>
            <p:cNvPr id="71" name="Freeform 9"/>
            <p:cNvSpPr>
              <a:spLocks noEditPoints="1"/>
            </p:cNvSpPr>
            <p:nvPr/>
          </p:nvSpPr>
          <p:spPr bwMode="auto">
            <a:xfrm>
              <a:off x="333375"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s-AR"/>
            </a:p>
          </p:txBody>
        </p:sp>
        <p:sp>
          <p:nvSpPr>
            <p:cNvPr id="72" name="Freeform 10"/>
            <p:cNvSpPr/>
            <p:nvPr/>
          </p:nvSpPr>
          <p:spPr bwMode="auto">
            <a:xfrm>
              <a:off x="190500" y="9525"/>
              <a:ext cx="152400" cy="908050"/>
            </a:xfrm>
            <a:custGeom>
              <a:avLst/>
              <a:gdLst/>
              <a:ahLst/>
              <a:cxnLst/>
              <a:rect l="0" t="0" r="r" b="b"/>
              <a:pathLst>
                <a:path w="96" h="572">
                  <a:moveTo>
                    <a:pt x="15" y="572"/>
                  </a:moveTo>
                  <a:lnTo>
                    <a:pt x="0" y="566"/>
                  </a:lnTo>
                  <a:lnTo>
                    <a:pt x="81" y="380"/>
                  </a:lnTo>
                  <a:lnTo>
                    <a:pt x="81" y="0"/>
                  </a:lnTo>
                  <a:lnTo>
                    <a:pt x="96" y="0"/>
                  </a:lnTo>
                  <a:lnTo>
                    <a:pt x="96" y="383"/>
                  </a:lnTo>
                  <a:lnTo>
                    <a:pt x="15" y="57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s-AR"/>
            </a:p>
          </p:txBody>
        </p:sp>
        <p:sp>
          <p:nvSpPr>
            <p:cNvPr id="73" name="Freeform 11"/>
            <p:cNvSpPr/>
            <p:nvPr/>
          </p:nvSpPr>
          <p:spPr bwMode="auto">
            <a:xfrm>
              <a:off x="1290638" y="14288"/>
              <a:ext cx="376238" cy="1801813"/>
            </a:xfrm>
            <a:custGeom>
              <a:avLst/>
              <a:gdLst/>
              <a:ahLst/>
              <a:cxnLst/>
              <a:rect l="0" t="0" r="r" b="b"/>
              <a:pathLst>
                <a:path w="237" h="1135">
                  <a:moveTo>
                    <a:pt x="222" y="1135"/>
                  </a:moveTo>
                  <a:lnTo>
                    <a:pt x="0" y="620"/>
                  </a:lnTo>
                  <a:lnTo>
                    <a:pt x="0" y="0"/>
                  </a:lnTo>
                  <a:lnTo>
                    <a:pt x="18" y="0"/>
                  </a:lnTo>
                  <a:lnTo>
                    <a:pt x="18" y="617"/>
                  </a:lnTo>
                  <a:lnTo>
                    <a:pt x="237" y="1129"/>
                  </a:lnTo>
                  <a:lnTo>
                    <a:pt x="222" y="113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s-AR"/>
            </a:p>
          </p:txBody>
        </p:sp>
        <p:sp>
          <p:nvSpPr>
            <p:cNvPr id="74" name="Freeform 12"/>
            <p:cNvSpPr>
              <a:spLocks noEditPoints="1"/>
            </p:cNvSpPr>
            <p:nvPr/>
          </p:nvSpPr>
          <p:spPr bwMode="auto">
            <a:xfrm>
              <a:off x="1600200" y="180181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s-AR"/>
            </a:p>
          </p:txBody>
        </p:sp>
        <p:sp>
          <p:nvSpPr>
            <p:cNvPr id="75" name="Freeform 13"/>
            <p:cNvSpPr/>
            <p:nvPr/>
          </p:nvSpPr>
          <p:spPr bwMode="auto">
            <a:xfrm>
              <a:off x="1381125" y="9525"/>
              <a:ext cx="371475" cy="1425575"/>
            </a:xfrm>
            <a:custGeom>
              <a:avLst/>
              <a:gdLst/>
              <a:ahLst/>
              <a:cxnLst/>
              <a:rect l="0" t="0" r="r" b="b"/>
              <a:pathLst>
                <a:path w="234" h="898">
                  <a:moveTo>
                    <a:pt x="219" y="898"/>
                  </a:moveTo>
                  <a:lnTo>
                    <a:pt x="0" y="383"/>
                  </a:lnTo>
                  <a:lnTo>
                    <a:pt x="0" y="0"/>
                  </a:lnTo>
                  <a:lnTo>
                    <a:pt x="15" y="0"/>
                  </a:lnTo>
                  <a:lnTo>
                    <a:pt x="15" y="380"/>
                  </a:lnTo>
                  <a:lnTo>
                    <a:pt x="234" y="892"/>
                  </a:lnTo>
                  <a:lnTo>
                    <a:pt x="219" y="898"/>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s-AR"/>
            </a:p>
          </p:txBody>
        </p:sp>
        <p:sp>
          <p:nvSpPr>
            <p:cNvPr id="76" name="Freeform 14"/>
            <p:cNvSpPr/>
            <p:nvPr/>
          </p:nvSpPr>
          <p:spPr bwMode="auto">
            <a:xfrm>
              <a:off x="1643063"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s-AR"/>
            </a:p>
          </p:txBody>
        </p:sp>
        <p:sp>
          <p:nvSpPr>
            <p:cNvPr id="77" name="Freeform 15"/>
            <p:cNvSpPr>
              <a:spLocks noEditPoints="1"/>
            </p:cNvSpPr>
            <p:nvPr/>
          </p:nvSpPr>
          <p:spPr bwMode="auto">
            <a:xfrm>
              <a:off x="1685925" y="14208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s-AR"/>
            </a:p>
          </p:txBody>
        </p:sp>
        <p:sp>
          <p:nvSpPr>
            <p:cNvPr id="78" name="Freeform 16"/>
            <p:cNvSpPr>
              <a:spLocks noEditPoints="1"/>
            </p:cNvSpPr>
            <p:nvPr/>
          </p:nvSpPr>
          <p:spPr bwMode="auto">
            <a:xfrm>
              <a:off x="1685925"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s-AR"/>
            </a:p>
          </p:txBody>
        </p:sp>
        <p:sp>
          <p:nvSpPr>
            <p:cNvPr id="79" name="Freeform 17"/>
            <p:cNvSpPr/>
            <p:nvPr/>
          </p:nvSpPr>
          <p:spPr bwMode="auto">
            <a:xfrm>
              <a:off x="1743075" y="4763"/>
              <a:ext cx="419100" cy="522288"/>
            </a:xfrm>
            <a:custGeom>
              <a:avLst/>
              <a:gdLst/>
              <a:ahLst/>
              <a:cxnLst/>
              <a:rect l="0" t="0" r="r" b="b"/>
              <a:pathLst>
                <a:path w="264" h="329">
                  <a:moveTo>
                    <a:pt x="252" y="329"/>
                  </a:moveTo>
                  <a:lnTo>
                    <a:pt x="45" y="120"/>
                  </a:lnTo>
                  <a:lnTo>
                    <a:pt x="0" y="6"/>
                  </a:lnTo>
                  <a:lnTo>
                    <a:pt x="15" y="0"/>
                  </a:lnTo>
                  <a:lnTo>
                    <a:pt x="60" y="111"/>
                  </a:lnTo>
                  <a:lnTo>
                    <a:pt x="264" y="317"/>
                  </a:lnTo>
                  <a:lnTo>
                    <a:pt x="252" y="329"/>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s-AR"/>
            </a:p>
          </p:txBody>
        </p:sp>
        <p:sp>
          <p:nvSpPr>
            <p:cNvPr id="80" name="Freeform 18"/>
            <p:cNvSpPr>
              <a:spLocks noEditPoints="1"/>
            </p:cNvSpPr>
            <p:nvPr/>
          </p:nvSpPr>
          <p:spPr bwMode="auto">
            <a:xfrm>
              <a:off x="2119313"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s-AR"/>
            </a:p>
          </p:txBody>
        </p:sp>
        <p:sp>
          <p:nvSpPr>
            <p:cNvPr id="81" name="Freeform 19"/>
            <p:cNvSpPr/>
            <p:nvPr/>
          </p:nvSpPr>
          <p:spPr bwMode="auto">
            <a:xfrm>
              <a:off x="952500" y="4763"/>
              <a:ext cx="152400" cy="908050"/>
            </a:xfrm>
            <a:custGeom>
              <a:avLst/>
              <a:gdLst/>
              <a:ahLst/>
              <a:cxnLst/>
              <a:rect l="0" t="0" r="r" b="b"/>
              <a:pathLst>
                <a:path w="96" h="572">
                  <a:moveTo>
                    <a:pt x="15" y="572"/>
                  </a:moveTo>
                  <a:lnTo>
                    <a:pt x="0" y="572"/>
                  </a:lnTo>
                  <a:lnTo>
                    <a:pt x="0" y="189"/>
                  </a:lnTo>
                  <a:lnTo>
                    <a:pt x="81" y="0"/>
                  </a:lnTo>
                  <a:lnTo>
                    <a:pt x="96" y="6"/>
                  </a:lnTo>
                  <a:lnTo>
                    <a:pt x="15" y="192"/>
                  </a:lnTo>
                  <a:lnTo>
                    <a:pt x="15" y="57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s-AR"/>
            </a:p>
          </p:txBody>
        </p:sp>
        <p:sp>
          <p:nvSpPr>
            <p:cNvPr id="82" name="Freeform 20"/>
            <p:cNvSpPr>
              <a:spLocks noEditPoints="1"/>
            </p:cNvSpPr>
            <p:nvPr/>
          </p:nvSpPr>
          <p:spPr bwMode="auto">
            <a:xfrm>
              <a:off x="866775"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2"/>
                    <a:pt x="4" y="20"/>
                  </a:cubicBezTo>
                  <a:cubicBezTo>
                    <a:pt x="4" y="29"/>
                    <a:pt x="11" y="36"/>
                    <a:pt x="20" y="36"/>
                  </a:cubicBezTo>
                  <a:cubicBezTo>
                    <a:pt x="29" y="36"/>
                    <a:pt x="36" y="29"/>
                    <a:pt x="36" y="20"/>
                  </a:cubicBezTo>
                  <a:cubicBezTo>
                    <a:pt x="36" y="12"/>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s-AR"/>
            </a:p>
          </p:txBody>
        </p:sp>
        <p:sp>
          <p:nvSpPr>
            <p:cNvPr id="83" name="Freeform 21"/>
            <p:cNvSpPr>
              <a:spLocks noEditPoints="1"/>
            </p:cNvSpPr>
            <p:nvPr/>
          </p:nvSpPr>
          <p:spPr bwMode="auto">
            <a:xfrm>
              <a:off x="890588" y="15541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s-AR"/>
            </a:p>
          </p:txBody>
        </p:sp>
        <p:sp>
          <p:nvSpPr>
            <p:cNvPr id="84" name="Freeform 22"/>
            <p:cNvSpPr/>
            <p:nvPr/>
          </p:nvSpPr>
          <p:spPr bwMode="auto">
            <a:xfrm>
              <a:off x="738188" y="5622925"/>
              <a:ext cx="338138" cy="1216025"/>
            </a:xfrm>
            <a:custGeom>
              <a:avLst/>
              <a:gdLst/>
              <a:ahLst/>
              <a:cxnLst/>
              <a:rect l="0" t="0" r="r" b="b"/>
              <a:pathLst>
                <a:path w="213" h="766">
                  <a:moveTo>
                    <a:pt x="213" y="766"/>
                  </a:moveTo>
                  <a:lnTo>
                    <a:pt x="195" y="766"/>
                  </a:lnTo>
                  <a:lnTo>
                    <a:pt x="195" y="464"/>
                  </a:lnTo>
                  <a:lnTo>
                    <a:pt x="0" y="6"/>
                  </a:lnTo>
                  <a:lnTo>
                    <a:pt x="12" y="0"/>
                  </a:lnTo>
                  <a:lnTo>
                    <a:pt x="213" y="461"/>
                  </a:lnTo>
                  <a:lnTo>
                    <a:pt x="213" y="766"/>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s-AR"/>
            </a:p>
          </p:txBody>
        </p:sp>
        <p:sp>
          <p:nvSpPr>
            <p:cNvPr id="85" name="Freeform 23"/>
            <p:cNvSpPr>
              <a:spLocks noEditPoints="1"/>
            </p:cNvSpPr>
            <p:nvPr/>
          </p:nvSpPr>
          <p:spPr bwMode="auto">
            <a:xfrm>
              <a:off x="647700" y="5480050"/>
              <a:ext cx="157163" cy="157163"/>
            </a:xfrm>
            <a:custGeom>
              <a:avLst/>
              <a:gdLst/>
              <a:ahLst/>
              <a:cxnLst/>
              <a:rect l="0" t="0" r="r" b="b"/>
              <a:pathLst>
                <a:path w="33" h="33">
                  <a:moveTo>
                    <a:pt x="17" y="33"/>
                  </a:moveTo>
                  <a:cubicBezTo>
                    <a:pt x="8" y="33"/>
                    <a:pt x="0" y="26"/>
                    <a:pt x="0" y="17"/>
                  </a:cubicBezTo>
                  <a:cubicBezTo>
                    <a:pt x="0" y="8"/>
                    <a:pt x="8" y="0"/>
                    <a:pt x="17" y="0"/>
                  </a:cubicBezTo>
                  <a:cubicBezTo>
                    <a:pt x="26" y="0"/>
                    <a:pt x="33" y="8"/>
                    <a:pt x="33" y="17"/>
                  </a:cubicBezTo>
                  <a:cubicBezTo>
                    <a:pt x="33" y="26"/>
                    <a:pt x="26" y="33"/>
                    <a:pt x="17" y="33"/>
                  </a:cubicBezTo>
                  <a:close/>
                  <a:moveTo>
                    <a:pt x="17" y="4"/>
                  </a:moveTo>
                  <a:cubicBezTo>
                    <a:pt x="10" y="4"/>
                    <a:pt x="4" y="10"/>
                    <a:pt x="4" y="17"/>
                  </a:cubicBezTo>
                  <a:cubicBezTo>
                    <a:pt x="4" y="24"/>
                    <a:pt x="10" y="29"/>
                    <a:pt x="17" y="29"/>
                  </a:cubicBezTo>
                  <a:cubicBezTo>
                    <a:pt x="23" y="29"/>
                    <a:pt x="29" y="24"/>
                    <a:pt x="29" y="17"/>
                  </a:cubicBezTo>
                  <a:cubicBezTo>
                    <a:pt x="29" y="10"/>
                    <a:pt x="23" y="4"/>
                    <a:pt x="17"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s-AR"/>
            </a:p>
          </p:txBody>
        </p:sp>
        <p:sp>
          <p:nvSpPr>
            <p:cNvPr id="86" name="Freeform 24"/>
            <p:cNvSpPr>
              <a:spLocks noEditPoints="1"/>
            </p:cNvSpPr>
            <p:nvPr/>
          </p:nvSpPr>
          <p:spPr bwMode="auto">
            <a:xfrm>
              <a:off x="66675" y="903288"/>
              <a:ext cx="190500" cy="190500"/>
            </a:xfrm>
            <a:custGeom>
              <a:avLst/>
              <a:gdLst/>
              <a:ahLst/>
              <a:cxnLst/>
              <a:rect l="0" t="0" r="r" b="b"/>
              <a:pathLst>
                <a:path w="40" h="40">
                  <a:moveTo>
                    <a:pt x="20" y="40"/>
                  </a:moveTo>
                  <a:cubicBezTo>
                    <a:pt x="9" y="40"/>
                    <a:pt x="0" y="31"/>
                    <a:pt x="0" y="20"/>
                  </a:cubicBezTo>
                  <a:cubicBezTo>
                    <a:pt x="0" y="9"/>
                    <a:pt x="9" y="0"/>
                    <a:pt x="20" y="0"/>
                  </a:cubicBezTo>
                  <a:cubicBezTo>
                    <a:pt x="32" y="0"/>
                    <a:pt x="40" y="9"/>
                    <a:pt x="40" y="20"/>
                  </a:cubicBezTo>
                  <a:cubicBezTo>
                    <a:pt x="40" y="31"/>
                    <a:pt x="32" y="40"/>
                    <a:pt x="20" y="40"/>
                  </a:cubicBezTo>
                  <a:close/>
                  <a:moveTo>
                    <a:pt x="20" y="4"/>
                  </a:moveTo>
                  <a:cubicBezTo>
                    <a:pt x="12" y="4"/>
                    <a:pt x="4" y="12"/>
                    <a:pt x="4" y="20"/>
                  </a:cubicBezTo>
                  <a:cubicBezTo>
                    <a:pt x="4" y="29"/>
                    <a:pt x="12" y="36"/>
                    <a:pt x="20" y="36"/>
                  </a:cubicBezTo>
                  <a:cubicBezTo>
                    <a:pt x="29" y="36"/>
                    <a:pt x="36" y="29"/>
                    <a:pt x="36" y="20"/>
                  </a:cubicBezTo>
                  <a:cubicBezTo>
                    <a:pt x="36" y="12"/>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s-AR"/>
            </a:p>
          </p:txBody>
        </p:sp>
        <p:sp>
          <p:nvSpPr>
            <p:cNvPr id="87" name="Freeform 25"/>
            <p:cNvSpPr/>
            <p:nvPr/>
          </p:nvSpPr>
          <p:spPr bwMode="auto">
            <a:xfrm>
              <a:off x="0" y="3897313"/>
              <a:ext cx="133350" cy="266700"/>
            </a:xfrm>
            <a:custGeom>
              <a:avLst/>
              <a:gdLst/>
              <a:ahLst/>
              <a:cxnLst/>
              <a:rect l="0" t="0" r="r" b="b"/>
              <a:pathLst>
                <a:path w="84" h="168">
                  <a:moveTo>
                    <a:pt x="69" y="168"/>
                  </a:moveTo>
                  <a:lnTo>
                    <a:pt x="0" y="6"/>
                  </a:lnTo>
                  <a:lnTo>
                    <a:pt x="12" y="0"/>
                  </a:lnTo>
                  <a:lnTo>
                    <a:pt x="84" y="162"/>
                  </a:lnTo>
                  <a:lnTo>
                    <a:pt x="69" y="168"/>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s-AR"/>
            </a:p>
          </p:txBody>
        </p:sp>
        <p:sp>
          <p:nvSpPr>
            <p:cNvPr id="88" name="Freeform 26"/>
            <p:cNvSpPr>
              <a:spLocks noEditPoints="1"/>
            </p:cNvSpPr>
            <p:nvPr/>
          </p:nvSpPr>
          <p:spPr bwMode="auto">
            <a:xfrm>
              <a:off x="66675" y="414972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s-AR"/>
            </a:p>
          </p:txBody>
        </p:sp>
        <p:sp>
          <p:nvSpPr>
            <p:cNvPr id="89" name="Freeform 27"/>
            <p:cNvSpPr/>
            <p:nvPr/>
          </p:nvSpPr>
          <p:spPr bwMode="auto">
            <a:xfrm>
              <a:off x="0" y="1644650"/>
              <a:ext cx="133350" cy="269875"/>
            </a:xfrm>
            <a:custGeom>
              <a:avLst/>
              <a:gdLst/>
              <a:ahLst/>
              <a:cxnLst/>
              <a:rect l="0" t="0" r="r" b="b"/>
              <a:pathLst>
                <a:path w="84" h="170">
                  <a:moveTo>
                    <a:pt x="12" y="170"/>
                  </a:moveTo>
                  <a:lnTo>
                    <a:pt x="0" y="164"/>
                  </a:lnTo>
                  <a:lnTo>
                    <a:pt x="69" y="0"/>
                  </a:lnTo>
                  <a:lnTo>
                    <a:pt x="84" y="6"/>
                  </a:lnTo>
                  <a:lnTo>
                    <a:pt x="12" y="170"/>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s-AR"/>
            </a:p>
          </p:txBody>
        </p:sp>
        <p:sp>
          <p:nvSpPr>
            <p:cNvPr id="90" name="Freeform 28"/>
            <p:cNvSpPr>
              <a:spLocks noEditPoints="1"/>
            </p:cNvSpPr>
            <p:nvPr/>
          </p:nvSpPr>
          <p:spPr bwMode="auto">
            <a:xfrm>
              <a:off x="66675" y="146843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s-AR"/>
            </a:p>
          </p:txBody>
        </p:sp>
        <p:sp>
          <p:nvSpPr>
            <p:cNvPr id="91" name="Freeform 29"/>
            <p:cNvSpPr/>
            <p:nvPr/>
          </p:nvSpPr>
          <p:spPr bwMode="auto">
            <a:xfrm>
              <a:off x="695325" y="4763"/>
              <a:ext cx="309563" cy="1558925"/>
            </a:xfrm>
            <a:custGeom>
              <a:avLst/>
              <a:gdLst/>
              <a:ahLst/>
              <a:cxnLst/>
              <a:rect l="0" t="0" r="r" b="b"/>
              <a:pathLst>
                <a:path w="195" h="982">
                  <a:moveTo>
                    <a:pt x="195" y="982"/>
                  </a:moveTo>
                  <a:lnTo>
                    <a:pt x="177" y="982"/>
                  </a:lnTo>
                  <a:lnTo>
                    <a:pt x="177" y="805"/>
                  </a:lnTo>
                  <a:lnTo>
                    <a:pt x="0" y="629"/>
                  </a:lnTo>
                  <a:lnTo>
                    <a:pt x="0" y="0"/>
                  </a:lnTo>
                  <a:lnTo>
                    <a:pt x="18" y="0"/>
                  </a:lnTo>
                  <a:lnTo>
                    <a:pt x="18" y="623"/>
                  </a:lnTo>
                  <a:lnTo>
                    <a:pt x="195" y="796"/>
                  </a:lnTo>
                  <a:lnTo>
                    <a:pt x="195" y="98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s-AR"/>
            </a:p>
          </p:txBody>
        </p:sp>
        <p:sp>
          <p:nvSpPr>
            <p:cNvPr id="92" name="Freeform 30"/>
            <p:cNvSpPr>
              <a:spLocks noEditPoints="1"/>
            </p:cNvSpPr>
            <p:nvPr/>
          </p:nvSpPr>
          <p:spPr bwMode="auto">
            <a:xfrm>
              <a:off x="57150" y="488156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s-AR"/>
            </a:p>
          </p:txBody>
        </p:sp>
        <p:sp>
          <p:nvSpPr>
            <p:cNvPr id="93" name="Freeform 31"/>
            <p:cNvSpPr/>
            <p:nvPr/>
          </p:nvSpPr>
          <p:spPr bwMode="auto">
            <a:xfrm>
              <a:off x="138113" y="5060950"/>
              <a:ext cx="304800" cy="1778000"/>
            </a:xfrm>
            <a:custGeom>
              <a:avLst/>
              <a:gdLst/>
              <a:ahLst/>
              <a:cxnLst/>
              <a:rect l="0" t="0" r="r" b="b"/>
              <a:pathLst>
                <a:path w="192" h="1120">
                  <a:moveTo>
                    <a:pt x="192" y="1120"/>
                  </a:moveTo>
                  <a:lnTo>
                    <a:pt x="177" y="1120"/>
                  </a:lnTo>
                  <a:lnTo>
                    <a:pt x="177" y="360"/>
                  </a:lnTo>
                  <a:lnTo>
                    <a:pt x="0" y="183"/>
                  </a:lnTo>
                  <a:lnTo>
                    <a:pt x="0" y="0"/>
                  </a:lnTo>
                  <a:lnTo>
                    <a:pt x="15" y="0"/>
                  </a:lnTo>
                  <a:lnTo>
                    <a:pt x="15" y="177"/>
                  </a:lnTo>
                  <a:lnTo>
                    <a:pt x="192" y="354"/>
                  </a:lnTo>
                  <a:lnTo>
                    <a:pt x="192" y="1120"/>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s-AR"/>
            </a:p>
          </p:txBody>
        </p:sp>
        <p:sp>
          <p:nvSpPr>
            <p:cNvPr id="94" name="Freeform 32"/>
            <p:cNvSpPr>
              <a:spLocks noEditPoints="1"/>
            </p:cNvSpPr>
            <p:nvPr/>
          </p:nvSpPr>
          <p:spPr bwMode="auto">
            <a:xfrm>
              <a:off x="561975" y="643096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s-AR"/>
            </a:p>
          </p:txBody>
        </p:sp>
        <p:sp>
          <p:nvSpPr>
            <p:cNvPr id="95" name="Rectangle 33"/>
            <p:cNvSpPr>
              <a:spLocks noChangeArrowheads="1"/>
            </p:cNvSpPr>
            <p:nvPr/>
          </p:nvSpPr>
          <p:spPr bwMode="auto">
            <a:xfrm>
              <a:off x="642938" y="6610350"/>
              <a:ext cx="23813" cy="242888"/>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txBody>
            <a:bodyPr/>
            <a:lstStyle/>
            <a:p>
              <a:endParaRPr lang="es-AR"/>
            </a:p>
          </p:txBody>
        </p:sp>
        <p:sp>
          <p:nvSpPr>
            <p:cNvPr id="96" name="Freeform 34"/>
            <p:cNvSpPr>
              <a:spLocks noEditPoints="1"/>
            </p:cNvSpPr>
            <p:nvPr/>
          </p:nvSpPr>
          <p:spPr bwMode="auto">
            <a:xfrm>
              <a:off x="76200" y="6430963"/>
              <a:ext cx="190500" cy="188913"/>
            </a:xfrm>
            <a:custGeom>
              <a:avLst/>
              <a:gdLst/>
              <a:ahLst/>
              <a:cxnLst/>
              <a:rect l="0" t="0" r="r" b="b"/>
              <a:pathLst>
                <a:path w="40" h="40">
                  <a:moveTo>
                    <a:pt x="20" y="40"/>
                  </a:moveTo>
                  <a:cubicBezTo>
                    <a:pt x="9" y="40"/>
                    <a:pt x="0" y="31"/>
                    <a:pt x="0" y="20"/>
                  </a:cubicBezTo>
                  <a:cubicBezTo>
                    <a:pt x="0" y="9"/>
                    <a:pt x="9" y="0"/>
                    <a:pt x="20" y="0"/>
                  </a:cubicBezTo>
                  <a:cubicBezTo>
                    <a:pt x="32" y="0"/>
                    <a:pt x="40" y="9"/>
                    <a:pt x="40" y="20"/>
                  </a:cubicBezTo>
                  <a:cubicBezTo>
                    <a:pt x="40" y="31"/>
                    <a:pt x="32"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s-AR"/>
            </a:p>
          </p:txBody>
        </p:sp>
        <p:sp>
          <p:nvSpPr>
            <p:cNvPr id="97" name="Freeform 35"/>
            <p:cNvSpPr/>
            <p:nvPr/>
          </p:nvSpPr>
          <p:spPr bwMode="auto">
            <a:xfrm>
              <a:off x="0" y="5978525"/>
              <a:ext cx="190500" cy="461963"/>
            </a:xfrm>
            <a:custGeom>
              <a:avLst/>
              <a:gdLst/>
              <a:ahLst/>
              <a:cxnLst/>
              <a:rect l="0" t="0" r="r" b="b"/>
              <a:pathLst>
                <a:path w="120" h="291">
                  <a:moveTo>
                    <a:pt x="120" y="291"/>
                  </a:moveTo>
                  <a:lnTo>
                    <a:pt x="105" y="291"/>
                  </a:lnTo>
                  <a:lnTo>
                    <a:pt x="105" y="114"/>
                  </a:lnTo>
                  <a:lnTo>
                    <a:pt x="0" y="9"/>
                  </a:lnTo>
                  <a:lnTo>
                    <a:pt x="12" y="0"/>
                  </a:lnTo>
                  <a:lnTo>
                    <a:pt x="120" y="108"/>
                  </a:lnTo>
                  <a:lnTo>
                    <a:pt x="120" y="291"/>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s-AR"/>
            </a:p>
          </p:txBody>
        </p:sp>
        <p:sp>
          <p:nvSpPr>
            <p:cNvPr id="98" name="Freeform 36"/>
            <p:cNvSpPr/>
            <p:nvPr/>
          </p:nvSpPr>
          <p:spPr bwMode="auto">
            <a:xfrm>
              <a:off x="1014413" y="1801813"/>
              <a:ext cx="214313" cy="755650"/>
            </a:xfrm>
            <a:custGeom>
              <a:avLst/>
              <a:gdLst/>
              <a:ahLst/>
              <a:cxnLst/>
              <a:rect l="0" t="0" r="r" b="b"/>
              <a:pathLst>
                <a:path w="135" h="476">
                  <a:moveTo>
                    <a:pt x="12" y="476"/>
                  </a:moveTo>
                  <a:lnTo>
                    <a:pt x="0" y="476"/>
                  </a:lnTo>
                  <a:lnTo>
                    <a:pt x="0" y="128"/>
                  </a:lnTo>
                  <a:lnTo>
                    <a:pt x="126" y="0"/>
                  </a:lnTo>
                  <a:lnTo>
                    <a:pt x="135" y="9"/>
                  </a:lnTo>
                  <a:lnTo>
                    <a:pt x="12" y="131"/>
                  </a:lnTo>
                  <a:lnTo>
                    <a:pt x="12" y="476"/>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s-AR"/>
            </a:p>
          </p:txBody>
        </p:sp>
        <p:sp>
          <p:nvSpPr>
            <p:cNvPr id="99" name="Freeform 37"/>
            <p:cNvSpPr>
              <a:spLocks noEditPoints="1"/>
            </p:cNvSpPr>
            <p:nvPr/>
          </p:nvSpPr>
          <p:spPr bwMode="auto">
            <a:xfrm>
              <a:off x="938213" y="2547938"/>
              <a:ext cx="166688" cy="160338"/>
            </a:xfrm>
            <a:custGeom>
              <a:avLst/>
              <a:gdLst/>
              <a:ahLst/>
              <a:cxnLst/>
              <a:rect l="0" t="0" r="r" b="b"/>
              <a:pathLst>
                <a:path w="35" h="34">
                  <a:moveTo>
                    <a:pt x="18" y="34"/>
                  </a:moveTo>
                  <a:cubicBezTo>
                    <a:pt x="8" y="34"/>
                    <a:pt x="0" y="26"/>
                    <a:pt x="0" y="17"/>
                  </a:cubicBezTo>
                  <a:cubicBezTo>
                    <a:pt x="0" y="7"/>
                    <a:pt x="8" y="0"/>
                    <a:pt x="18" y="0"/>
                  </a:cubicBezTo>
                  <a:cubicBezTo>
                    <a:pt x="27" y="0"/>
                    <a:pt x="35" y="7"/>
                    <a:pt x="35" y="17"/>
                  </a:cubicBezTo>
                  <a:cubicBezTo>
                    <a:pt x="35" y="26"/>
                    <a:pt x="27" y="34"/>
                    <a:pt x="18" y="34"/>
                  </a:cubicBezTo>
                  <a:close/>
                  <a:moveTo>
                    <a:pt x="18" y="4"/>
                  </a:moveTo>
                  <a:cubicBezTo>
                    <a:pt x="10" y="4"/>
                    <a:pt x="4" y="10"/>
                    <a:pt x="4" y="17"/>
                  </a:cubicBezTo>
                  <a:cubicBezTo>
                    <a:pt x="4" y="24"/>
                    <a:pt x="10" y="30"/>
                    <a:pt x="18" y="30"/>
                  </a:cubicBezTo>
                  <a:cubicBezTo>
                    <a:pt x="25" y="30"/>
                    <a:pt x="31" y="24"/>
                    <a:pt x="31" y="17"/>
                  </a:cubicBezTo>
                  <a:cubicBezTo>
                    <a:pt x="31" y="10"/>
                    <a:pt x="25" y="4"/>
                    <a:pt x="18"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s-AR"/>
            </a:p>
          </p:txBody>
        </p:sp>
        <p:sp>
          <p:nvSpPr>
            <p:cNvPr id="100" name="Freeform 38"/>
            <p:cNvSpPr/>
            <p:nvPr/>
          </p:nvSpPr>
          <p:spPr bwMode="auto">
            <a:xfrm>
              <a:off x="595313" y="4763"/>
              <a:ext cx="638175" cy="4025900"/>
            </a:xfrm>
            <a:custGeom>
              <a:avLst/>
              <a:gdLst/>
              <a:ahLst/>
              <a:cxnLst/>
              <a:rect l="0" t="0" r="r" b="b"/>
              <a:pathLst>
                <a:path w="402" h="2536">
                  <a:moveTo>
                    <a:pt x="402" y="2536"/>
                  </a:moveTo>
                  <a:lnTo>
                    <a:pt x="387" y="2536"/>
                  </a:lnTo>
                  <a:lnTo>
                    <a:pt x="387" y="2311"/>
                  </a:lnTo>
                  <a:lnTo>
                    <a:pt x="0" y="1925"/>
                  </a:lnTo>
                  <a:lnTo>
                    <a:pt x="0" y="0"/>
                  </a:lnTo>
                  <a:lnTo>
                    <a:pt x="15" y="0"/>
                  </a:lnTo>
                  <a:lnTo>
                    <a:pt x="15" y="1916"/>
                  </a:lnTo>
                  <a:lnTo>
                    <a:pt x="402" y="2302"/>
                  </a:lnTo>
                  <a:lnTo>
                    <a:pt x="402" y="2536"/>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s-AR"/>
            </a:p>
          </p:txBody>
        </p:sp>
        <p:sp>
          <p:nvSpPr>
            <p:cNvPr id="101" name="Freeform 39"/>
            <p:cNvSpPr/>
            <p:nvPr/>
          </p:nvSpPr>
          <p:spPr bwMode="auto">
            <a:xfrm>
              <a:off x="1223963"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s-AR"/>
            </a:p>
          </p:txBody>
        </p:sp>
        <p:sp>
          <p:nvSpPr>
            <p:cNvPr id="102" name="Freeform 40"/>
            <p:cNvSpPr>
              <a:spLocks noEditPoints="1"/>
            </p:cNvSpPr>
            <p:nvPr/>
          </p:nvSpPr>
          <p:spPr bwMode="auto">
            <a:xfrm>
              <a:off x="1300163" y="1849438"/>
              <a:ext cx="109538" cy="107950"/>
            </a:xfrm>
            <a:custGeom>
              <a:avLst/>
              <a:gdLst/>
              <a:ahLst/>
              <a:cxnLst/>
              <a:rect l="0" t="0" r="r" b="b"/>
              <a:pathLst>
                <a:path w="23" h="23">
                  <a:moveTo>
                    <a:pt x="12" y="23"/>
                  </a:moveTo>
                  <a:cubicBezTo>
                    <a:pt x="5" y="23"/>
                    <a:pt x="0" y="18"/>
                    <a:pt x="0" y="12"/>
                  </a:cubicBezTo>
                  <a:cubicBezTo>
                    <a:pt x="0" y="5"/>
                    <a:pt x="5" y="0"/>
                    <a:pt x="12" y="0"/>
                  </a:cubicBezTo>
                  <a:cubicBezTo>
                    <a:pt x="18" y="0"/>
                    <a:pt x="23" y="5"/>
                    <a:pt x="23" y="12"/>
                  </a:cubicBezTo>
                  <a:cubicBezTo>
                    <a:pt x="23" y="18"/>
                    <a:pt x="18" y="23"/>
                    <a:pt x="12" y="23"/>
                  </a:cubicBezTo>
                  <a:close/>
                  <a:moveTo>
                    <a:pt x="12" y="4"/>
                  </a:moveTo>
                  <a:cubicBezTo>
                    <a:pt x="8" y="4"/>
                    <a:pt x="4" y="8"/>
                    <a:pt x="4" y="12"/>
                  </a:cubicBezTo>
                  <a:cubicBezTo>
                    <a:pt x="4" y="16"/>
                    <a:pt x="8" y="19"/>
                    <a:pt x="12" y="19"/>
                  </a:cubicBezTo>
                  <a:cubicBezTo>
                    <a:pt x="16" y="19"/>
                    <a:pt x="19" y="16"/>
                    <a:pt x="19" y="12"/>
                  </a:cubicBezTo>
                  <a:cubicBezTo>
                    <a:pt x="19" y="8"/>
                    <a:pt x="16" y="4"/>
                    <a:pt x="12"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s-AR"/>
            </a:p>
          </p:txBody>
        </p:sp>
        <p:sp>
          <p:nvSpPr>
            <p:cNvPr id="103" name="Freeform 41"/>
            <p:cNvSpPr/>
            <p:nvPr/>
          </p:nvSpPr>
          <p:spPr bwMode="auto">
            <a:xfrm>
              <a:off x="280988" y="3417888"/>
              <a:ext cx="142875" cy="474663"/>
            </a:xfrm>
            <a:custGeom>
              <a:avLst/>
              <a:gdLst/>
              <a:ahLst/>
              <a:cxnLst/>
              <a:rect l="0" t="0" r="r" b="b"/>
              <a:pathLst>
                <a:path w="90" h="299">
                  <a:moveTo>
                    <a:pt x="12" y="299"/>
                  </a:moveTo>
                  <a:lnTo>
                    <a:pt x="0" y="299"/>
                  </a:lnTo>
                  <a:lnTo>
                    <a:pt x="0" y="80"/>
                  </a:lnTo>
                  <a:lnTo>
                    <a:pt x="81" y="0"/>
                  </a:lnTo>
                  <a:lnTo>
                    <a:pt x="90" y="8"/>
                  </a:lnTo>
                  <a:lnTo>
                    <a:pt x="12" y="83"/>
                  </a:lnTo>
                  <a:lnTo>
                    <a:pt x="12" y="299"/>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s-AR"/>
            </a:p>
          </p:txBody>
        </p:sp>
        <p:sp>
          <p:nvSpPr>
            <p:cNvPr id="104" name="Freeform 42"/>
            <p:cNvSpPr>
              <a:spLocks noEditPoints="1"/>
            </p:cNvSpPr>
            <p:nvPr/>
          </p:nvSpPr>
          <p:spPr bwMode="auto">
            <a:xfrm>
              <a:off x="238125" y="3883025"/>
              <a:ext cx="109538" cy="109538"/>
            </a:xfrm>
            <a:custGeom>
              <a:avLst/>
              <a:gdLst/>
              <a:ahLst/>
              <a:cxnLst/>
              <a:rect l="0" t="0" r="r" b="b"/>
              <a:pathLst>
                <a:path w="23" h="23">
                  <a:moveTo>
                    <a:pt x="11" y="23"/>
                  </a:moveTo>
                  <a:cubicBezTo>
                    <a:pt x="5" y="23"/>
                    <a:pt x="0" y="18"/>
                    <a:pt x="0" y="12"/>
                  </a:cubicBezTo>
                  <a:cubicBezTo>
                    <a:pt x="0" y="5"/>
                    <a:pt x="5" y="0"/>
                    <a:pt x="11" y="0"/>
                  </a:cubicBezTo>
                  <a:cubicBezTo>
                    <a:pt x="17" y="0"/>
                    <a:pt x="23" y="5"/>
                    <a:pt x="23" y="12"/>
                  </a:cubicBezTo>
                  <a:cubicBezTo>
                    <a:pt x="23" y="18"/>
                    <a:pt x="17" y="23"/>
                    <a:pt x="11" y="23"/>
                  </a:cubicBezTo>
                  <a:close/>
                  <a:moveTo>
                    <a:pt x="11" y="4"/>
                  </a:moveTo>
                  <a:cubicBezTo>
                    <a:pt x="7" y="4"/>
                    <a:pt x="4" y="8"/>
                    <a:pt x="4" y="12"/>
                  </a:cubicBezTo>
                  <a:cubicBezTo>
                    <a:pt x="4" y="16"/>
                    <a:pt x="7" y="19"/>
                    <a:pt x="11" y="19"/>
                  </a:cubicBezTo>
                  <a:cubicBezTo>
                    <a:pt x="15" y="19"/>
                    <a:pt x="19" y="16"/>
                    <a:pt x="19" y="12"/>
                  </a:cubicBezTo>
                  <a:cubicBezTo>
                    <a:pt x="19" y="8"/>
                    <a:pt x="15" y="4"/>
                    <a:pt x="11"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s-AR"/>
            </a:p>
          </p:txBody>
        </p:sp>
        <p:sp>
          <p:nvSpPr>
            <p:cNvPr id="105" name="Freeform 43"/>
            <p:cNvSpPr/>
            <p:nvPr/>
          </p:nvSpPr>
          <p:spPr bwMode="auto">
            <a:xfrm>
              <a:off x="4763" y="2166938"/>
              <a:ext cx="114300" cy="452438"/>
            </a:xfrm>
            <a:custGeom>
              <a:avLst/>
              <a:gdLst/>
              <a:ahLst/>
              <a:cxnLst/>
              <a:rect l="0" t="0" r="r" b="b"/>
              <a:pathLst>
                <a:path w="72" h="285">
                  <a:moveTo>
                    <a:pt x="6" y="285"/>
                  </a:moveTo>
                  <a:lnTo>
                    <a:pt x="0" y="276"/>
                  </a:lnTo>
                  <a:lnTo>
                    <a:pt x="60" y="216"/>
                  </a:lnTo>
                  <a:lnTo>
                    <a:pt x="60" y="0"/>
                  </a:lnTo>
                  <a:lnTo>
                    <a:pt x="72" y="0"/>
                  </a:lnTo>
                  <a:lnTo>
                    <a:pt x="72" y="222"/>
                  </a:lnTo>
                  <a:lnTo>
                    <a:pt x="6" y="28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s-AR"/>
            </a:p>
          </p:txBody>
        </p:sp>
        <p:sp>
          <p:nvSpPr>
            <p:cNvPr id="106" name="Freeform 44"/>
            <p:cNvSpPr>
              <a:spLocks noEditPoints="1"/>
            </p:cNvSpPr>
            <p:nvPr/>
          </p:nvSpPr>
          <p:spPr bwMode="auto">
            <a:xfrm>
              <a:off x="52388" y="2066925"/>
              <a:ext cx="109538" cy="109538"/>
            </a:xfrm>
            <a:custGeom>
              <a:avLst/>
              <a:gdLst/>
              <a:ahLst/>
              <a:cxnLst/>
              <a:rect l="0" t="0" r="r" b="b"/>
              <a:pathLst>
                <a:path w="23" h="23">
                  <a:moveTo>
                    <a:pt x="12" y="23"/>
                  </a:moveTo>
                  <a:cubicBezTo>
                    <a:pt x="5" y="23"/>
                    <a:pt x="0" y="18"/>
                    <a:pt x="0" y="12"/>
                  </a:cubicBezTo>
                  <a:cubicBezTo>
                    <a:pt x="0" y="5"/>
                    <a:pt x="5" y="0"/>
                    <a:pt x="12" y="0"/>
                  </a:cubicBezTo>
                  <a:cubicBezTo>
                    <a:pt x="18" y="0"/>
                    <a:pt x="23" y="5"/>
                    <a:pt x="23" y="12"/>
                  </a:cubicBezTo>
                  <a:cubicBezTo>
                    <a:pt x="23" y="18"/>
                    <a:pt x="18" y="23"/>
                    <a:pt x="12" y="23"/>
                  </a:cubicBezTo>
                  <a:close/>
                  <a:moveTo>
                    <a:pt x="12" y="4"/>
                  </a:moveTo>
                  <a:cubicBezTo>
                    <a:pt x="8" y="4"/>
                    <a:pt x="4" y="8"/>
                    <a:pt x="4" y="12"/>
                  </a:cubicBezTo>
                  <a:cubicBezTo>
                    <a:pt x="4" y="16"/>
                    <a:pt x="8" y="19"/>
                    <a:pt x="12" y="19"/>
                  </a:cubicBezTo>
                  <a:cubicBezTo>
                    <a:pt x="16" y="19"/>
                    <a:pt x="19" y="16"/>
                    <a:pt x="19" y="12"/>
                  </a:cubicBezTo>
                  <a:cubicBezTo>
                    <a:pt x="19" y="8"/>
                    <a:pt x="16" y="4"/>
                    <a:pt x="12"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s-AR"/>
            </a:p>
          </p:txBody>
        </p:sp>
        <p:sp>
          <p:nvSpPr>
            <p:cNvPr id="107" name="Rectangle 45"/>
            <p:cNvSpPr>
              <a:spLocks noChangeArrowheads="1"/>
            </p:cNvSpPr>
            <p:nvPr/>
          </p:nvSpPr>
          <p:spPr bwMode="auto">
            <a:xfrm>
              <a:off x="1228725" y="4662488"/>
              <a:ext cx="23813" cy="2181225"/>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txBody>
            <a:bodyPr/>
            <a:lstStyle/>
            <a:p>
              <a:endParaRPr lang="es-AR"/>
            </a:p>
          </p:txBody>
        </p:sp>
        <p:sp>
          <p:nvSpPr>
            <p:cNvPr id="108" name="Freeform 46"/>
            <p:cNvSpPr/>
            <p:nvPr/>
          </p:nvSpPr>
          <p:spPr bwMode="auto">
            <a:xfrm>
              <a:off x="1319213" y="5041900"/>
              <a:ext cx="371475" cy="1801813"/>
            </a:xfrm>
            <a:custGeom>
              <a:avLst/>
              <a:gdLst/>
              <a:ahLst/>
              <a:cxnLst/>
              <a:rect l="0" t="0" r="r" b="b"/>
              <a:pathLst>
                <a:path w="234" h="1135">
                  <a:moveTo>
                    <a:pt x="15" y="1135"/>
                  </a:moveTo>
                  <a:lnTo>
                    <a:pt x="0" y="1135"/>
                  </a:lnTo>
                  <a:lnTo>
                    <a:pt x="0" y="515"/>
                  </a:lnTo>
                  <a:lnTo>
                    <a:pt x="0" y="512"/>
                  </a:lnTo>
                  <a:lnTo>
                    <a:pt x="219" y="0"/>
                  </a:lnTo>
                  <a:lnTo>
                    <a:pt x="234" y="6"/>
                  </a:lnTo>
                  <a:lnTo>
                    <a:pt x="15" y="518"/>
                  </a:lnTo>
                  <a:lnTo>
                    <a:pt x="15" y="113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s-AR"/>
            </a:p>
          </p:txBody>
        </p:sp>
        <p:sp>
          <p:nvSpPr>
            <p:cNvPr id="109" name="Freeform 47"/>
            <p:cNvSpPr>
              <a:spLocks noEditPoints="1"/>
            </p:cNvSpPr>
            <p:nvPr/>
          </p:nvSpPr>
          <p:spPr bwMode="auto">
            <a:xfrm>
              <a:off x="1147763"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s-AR"/>
            </a:p>
          </p:txBody>
        </p:sp>
        <p:sp>
          <p:nvSpPr>
            <p:cNvPr id="110" name="Freeform 48"/>
            <p:cNvSpPr/>
            <p:nvPr/>
          </p:nvSpPr>
          <p:spPr bwMode="auto">
            <a:xfrm>
              <a:off x="819150" y="3983038"/>
              <a:ext cx="347663" cy="2860675"/>
            </a:xfrm>
            <a:custGeom>
              <a:avLst/>
              <a:gdLst/>
              <a:ahLst/>
              <a:cxnLst/>
              <a:rect l="0" t="0" r="r" b="b"/>
              <a:pathLst>
                <a:path w="219" h="1802">
                  <a:moveTo>
                    <a:pt x="219" y="1802"/>
                  </a:moveTo>
                  <a:lnTo>
                    <a:pt x="201" y="1802"/>
                  </a:lnTo>
                  <a:lnTo>
                    <a:pt x="201" y="1185"/>
                  </a:lnTo>
                  <a:lnTo>
                    <a:pt x="0" y="3"/>
                  </a:lnTo>
                  <a:lnTo>
                    <a:pt x="15" y="0"/>
                  </a:lnTo>
                  <a:lnTo>
                    <a:pt x="219" y="1185"/>
                  </a:lnTo>
                  <a:lnTo>
                    <a:pt x="219" y="180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s-AR"/>
            </a:p>
          </p:txBody>
        </p:sp>
        <p:sp>
          <p:nvSpPr>
            <p:cNvPr id="111" name="Freeform 49"/>
            <p:cNvSpPr>
              <a:spLocks noEditPoints="1"/>
            </p:cNvSpPr>
            <p:nvPr/>
          </p:nvSpPr>
          <p:spPr bwMode="auto">
            <a:xfrm>
              <a:off x="728663" y="3806825"/>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s-AR"/>
            </a:p>
          </p:txBody>
        </p:sp>
        <p:sp>
          <p:nvSpPr>
            <p:cNvPr id="112" name="Freeform 50"/>
            <p:cNvSpPr>
              <a:spLocks noEditPoints="1"/>
            </p:cNvSpPr>
            <p:nvPr/>
          </p:nvSpPr>
          <p:spPr bwMode="auto">
            <a:xfrm>
              <a:off x="1624013"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s-AR"/>
            </a:p>
          </p:txBody>
        </p:sp>
        <p:sp>
          <p:nvSpPr>
            <p:cNvPr id="113" name="Freeform 51"/>
            <p:cNvSpPr/>
            <p:nvPr/>
          </p:nvSpPr>
          <p:spPr bwMode="auto">
            <a:xfrm>
              <a:off x="1404938" y="5422900"/>
              <a:ext cx="371475" cy="1425575"/>
            </a:xfrm>
            <a:custGeom>
              <a:avLst/>
              <a:gdLst/>
              <a:ahLst/>
              <a:cxnLst/>
              <a:rect l="0" t="0" r="r" b="b"/>
              <a:pathLst>
                <a:path w="234" h="898">
                  <a:moveTo>
                    <a:pt x="18" y="898"/>
                  </a:moveTo>
                  <a:lnTo>
                    <a:pt x="0" y="898"/>
                  </a:lnTo>
                  <a:lnTo>
                    <a:pt x="0" y="515"/>
                  </a:lnTo>
                  <a:lnTo>
                    <a:pt x="0" y="512"/>
                  </a:lnTo>
                  <a:lnTo>
                    <a:pt x="222" y="0"/>
                  </a:lnTo>
                  <a:lnTo>
                    <a:pt x="234" y="6"/>
                  </a:lnTo>
                  <a:lnTo>
                    <a:pt x="18" y="518"/>
                  </a:lnTo>
                  <a:lnTo>
                    <a:pt x="18" y="898"/>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s-AR"/>
            </a:p>
          </p:txBody>
        </p:sp>
        <p:sp>
          <p:nvSpPr>
            <p:cNvPr id="114" name="Freeform 52"/>
            <p:cNvSpPr/>
            <p:nvPr/>
          </p:nvSpPr>
          <p:spPr bwMode="auto">
            <a:xfrm>
              <a:off x="1666875"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s-AR"/>
            </a:p>
          </p:txBody>
        </p:sp>
        <p:sp>
          <p:nvSpPr>
            <p:cNvPr id="115" name="Freeform 53"/>
            <p:cNvSpPr>
              <a:spLocks noEditPoints="1"/>
            </p:cNvSpPr>
            <p:nvPr/>
          </p:nvSpPr>
          <p:spPr bwMode="auto">
            <a:xfrm>
              <a:off x="1709738"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s-AR"/>
            </a:p>
          </p:txBody>
        </p:sp>
        <p:sp>
          <p:nvSpPr>
            <p:cNvPr id="116" name="Freeform 54"/>
            <p:cNvSpPr>
              <a:spLocks noEditPoints="1"/>
            </p:cNvSpPr>
            <p:nvPr/>
          </p:nvSpPr>
          <p:spPr bwMode="auto">
            <a:xfrm>
              <a:off x="1709738"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s-AR"/>
            </a:p>
          </p:txBody>
        </p:sp>
        <p:sp>
          <p:nvSpPr>
            <p:cNvPr id="117" name="Freeform 55"/>
            <p:cNvSpPr/>
            <p:nvPr/>
          </p:nvSpPr>
          <p:spPr bwMode="auto">
            <a:xfrm>
              <a:off x="1766888" y="6330950"/>
              <a:ext cx="419100" cy="527050"/>
            </a:xfrm>
            <a:custGeom>
              <a:avLst/>
              <a:gdLst/>
              <a:ahLst/>
              <a:cxnLst/>
              <a:rect l="0" t="0" r="r" b="b"/>
              <a:pathLst>
                <a:path w="264" h="332">
                  <a:moveTo>
                    <a:pt x="12" y="332"/>
                  </a:moveTo>
                  <a:lnTo>
                    <a:pt x="0" y="326"/>
                  </a:lnTo>
                  <a:lnTo>
                    <a:pt x="45" y="206"/>
                  </a:lnTo>
                  <a:lnTo>
                    <a:pt x="255" y="0"/>
                  </a:lnTo>
                  <a:lnTo>
                    <a:pt x="264" y="12"/>
                  </a:lnTo>
                  <a:lnTo>
                    <a:pt x="60" y="215"/>
                  </a:lnTo>
                  <a:lnTo>
                    <a:pt x="12" y="33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s-AR"/>
            </a:p>
          </p:txBody>
        </p:sp>
        <p:sp>
          <p:nvSpPr>
            <p:cNvPr id="118" name="Freeform 56"/>
            <p:cNvSpPr>
              <a:spLocks noEditPoints="1"/>
            </p:cNvSpPr>
            <p:nvPr/>
          </p:nvSpPr>
          <p:spPr bwMode="auto">
            <a:xfrm>
              <a:off x="2147888"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s-AR"/>
            </a:p>
          </p:txBody>
        </p:sp>
        <p:sp>
          <p:nvSpPr>
            <p:cNvPr id="119" name="Freeform 57"/>
            <p:cNvSpPr/>
            <p:nvPr/>
          </p:nvSpPr>
          <p:spPr bwMode="auto">
            <a:xfrm>
              <a:off x="504825" y="9525"/>
              <a:ext cx="233363" cy="5103813"/>
            </a:xfrm>
            <a:custGeom>
              <a:avLst/>
              <a:gdLst/>
              <a:ahLst/>
              <a:cxnLst/>
              <a:rect l="0" t="0" r="r" b="b"/>
              <a:pathLst>
                <a:path w="147" h="3215">
                  <a:moveTo>
                    <a:pt x="132" y="3215"/>
                  </a:moveTo>
                  <a:lnTo>
                    <a:pt x="129" y="2754"/>
                  </a:lnTo>
                  <a:lnTo>
                    <a:pt x="0" y="1901"/>
                  </a:lnTo>
                  <a:lnTo>
                    <a:pt x="0" y="0"/>
                  </a:lnTo>
                  <a:lnTo>
                    <a:pt x="15" y="0"/>
                  </a:lnTo>
                  <a:lnTo>
                    <a:pt x="15" y="1898"/>
                  </a:lnTo>
                  <a:lnTo>
                    <a:pt x="144" y="2754"/>
                  </a:lnTo>
                  <a:lnTo>
                    <a:pt x="147" y="3215"/>
                  </a:lnTo>
                  <a:lnTo>
                    <a:pt x="132" y="321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s-AR"/>
            </a:p>
          </p:txBody>
        </p:sp>
        <p:sp>
          <p:nvSpPr>
            <p:cNvPr id="120" name="Freeform 58"/>
            <p:cNvSpPr>
              <a:spLocks noEditPoints="1"/>
            </p:cNvSpPr>
            <p:nvPr/>
          </p:nvSpPr>
          <p:spPr bwMode="auto">
            <a:xfrm>
              <a:off x="633413" y="5103813"/>
              <a:ext cx="185738" cy="185738"/>
            </a:xfrm>
            <a:custGeom>
              <a:avLst/>
              <a:gdLst/>
              <a:ahLst/>
              <a:cxnLst/>
              <a:rect l="0" t="0" r="r" b="b"/>
              <a:pathLst>
                <a:path w="39" h="39">
                  <a:moveTo>
                    <a:pt x="20" y="39"/>
                  </a:moveTo>
                  <a:cubicBezTo>
                    <a:pt x="9" y="39"/>
                    <a:pt x="0" y="30"/>
                    <a:pt x="0" y="19"/>
                  </a:cubicBezTo>
                  <a:cubicBezTo>
                    <a:pt x="0" y="9"/>
                    <a:pt x="9" y="0"/>
                    <a:pt x="20" y="0"/>
                  </a:cubicBezTo>
                  <a:cubicBezTo>
                    <a:pt x="30" y="0"/>
                    <a:pt x="39" y="9"/>
                    <a:pt x="39" y="19"/>
                  </a:cubicBezTo>
                  <a:cubicBezTo>
                    <a:pt x="39" y="30"/>
                    <a:pt x="30" y="39"/>
                    <a:pt x="20" y="39"/>
                  </a:cubicBezTo>
                  <a:close/>
                  <a:moveTo>
                    <a:pt x="20" y="4"/>
                  </a:moveTo>
                  <a:cubicBezTo>
                    <a:pt x="11" y="4"/>
                    <a:pt x="4" y="11"/>
                    <a:pt x="4" y="19"/>
                  </a:cubicBezTo>
                  <a:cubicBezTo>
                    <a:pt x="4" y="28"/>
                    <a:pt x="11" y="35"/>
                    <a:pt x="20" y="35"/>
                  </a:cubicBezTo>
                  <a:cubicBezTo>
                    <a:pt x="28" y="35"/>
                    <a:pt x="35" y="28"/>
                    <a:pt x="35" y="19"/>
                  </a:cubicBezTo>
                  <a:cubicBezTo>
                    <a:pt x="35"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s-AR"/>
            </a:p>
          </p:txBody>
        </p:sp>
      </p:grpSp>
      <p:sp>
        <p:nvSpPr>
          <p:cNvPr id="2" name="Title 1"/>
          <p:cNvSpPr>
            <a:spLocks noGrp="1"/>
          </p:cNvSpPr>
          <p:nvPr>
            <p:ph type="ctrTitle"/>
          </p:nvPr>
        </p:nvSpPr>
        <p:spPr>
          <a:xfrm>
            <a:off x="1900238" y="1122363"/>
            <a:ext cx="6593681" cy="2387600"/>
          </a:xfrm>
        </p:spPr>
        <p:txBody>
          <a:bodyPr anchor="b">
            <a:normAutofit/>
          </a:bodyPr>
          <a:lstStyle>
            <a:lvl1pPr algn="l">
              <a:defRPr sz="4800"/>
            </a:lvl1pPr>
          </a:lstStyle>
          <a:p>
            <a:r>
              <a:rPr lang="es-ES"/>
              <a:t>Haga clic para modificar el estilo de título del patrón</a:t>
            </a:r>
            <a:endParaRPr lang="en-US" dirty="0"/>
          </a:p>
        </p:txBody>
      </p:sp>
      <p:sp>
        <p:nvSpPr>
          <p:cNvPr id="3" name="Subtitle 2"/>
          <p:cNvSpPr>
            <a:spLocks noGrp="1"/>
          </p:cNvSpPr>
          <p:nvPr>
            <p:ph type="subTitle" idx="1"/>
          </p:nvPr>
        </p:nvSpPr>
        <p:spPr>
          <a:xfrm>
            <a:off x="1900238" y="3602038"/>
            <a:ext cx="6593681" cy="1655762"/>
          </a:xfrm>
        </p:spPr>
        <p:txBody>
          <a:bodyPr>
            <a:normAutofit/>
          </a:bodyPr>
          <a:lstStyle>
            <a:lvl1pPr marL="0" indent="0" algn="l">
              <a:buNone/>
              <a:defRPr sz="2000" cap="all" baseline="0">
                <a:solidFill>
                  <a:schemeClr val="tx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s-ES"/>
              <a:t>Haga clic para modificar el estilo de subtítulo del patrón</a:t>
            </a:r>
            <a:endParaRPr lang="en-US" dirty="0"/>
          </a:p>
        </p:txBody>
      </p:sp>
      <p:sp>
        <p:nvSpPr>
          <p:cNvPr id="4" name="Date Placeholder 3"/>
          <p:cNvSpPr>
            <a:spLocks noGrp="1"/>
          </p:cNvSpPr>
          <p:nvPr>
            <p:ph type="dt" sz="half" idx="10"/>
          </p:nvPr>
        </p:nvSpPr>
        <p:spPr>
          <a:xfrm>
            <a:off x="5801052" y="5410202"/>
            <a:ext cx="2057400" cy="365125"/>
          </a:xfrm>
        </p:spPr>
        <p:txBody>
          <a:bodyPr/>
          <a:lstStyle/>
          <a:p>
            <a:fld id="{12868C2D-E414-47BF-A801-29641B78902C}" type="datetimeFigureOut">
              <a:rPr lang="es-AR" smtClean="0"/>
              <a:t>3/11/2025</a:t>
            </a:fld>
            <a:endParaRPr lang="es-AR"/>
          </a:p>
        </p:txBody>
      </p:sp>
      <p:sp>
        <p:nvSpPr>
          <p:cNvPr id="5" name="Footer Placeholder 4"/>
          <p:cNvSpPr>
            <a:spLocks noGrp="1"/>
          </p:cNvSpPr>
          <p:nvPr>
            <p:ph type="ftr" sz="quarter" idx="11"/>
          </p:nvPr>
        </p:nvSpPr>
        <p:spPr>
          <a:xfrm>
            <a:off x="1900237" y="5410202"/>
            <a:ext cx="3843665" cy="365125"/>
          </a:xfrm>
        </p:spPr>
        <p:txBody>
          <a:bodyPr/>
          <a:lstStyle/>
          <a:p>
            <a:endParaRPr lang="es-AR"/>
          </a:p>
        </p:txBody>
      </p:sp>
      <p:sp>
        <p:nvSpPr>
          <p:cNvPr id="6" name="Slide Number Placeholder 5"/>
          <p:cNvSpPr>
            <a:spLocks noGrp="1"/>
          </p:cNvSpPr>
          <p:nvPr>
            <p:ph type="sldNum" sz="quarter" idx="12"/>
          </p:nvPr>
        </p:nvSpPr>
        <p:spPr>
          <a:xfrm>
            <a:off x="7915603" y="5410200"/>
            <a:ext cx="578317" cy="365125"/>
          </a:xfrm>
        </p:spPr>
        <p:txBody>
          <a:bodyPr/>
          <a:lstStyle/>
          <a:p>
            <a:fld id="{5297BD90-8D7F-42A4-9842-373A5D9BF9A4}" type="slidenum">
              <a:rPr lang="es-AR" smtClean="0"/>
              <a:t>‹Nº›</a:t>
            </a:fld>
            <a:endParaRPr lang="es-AR"/>
          </a:p>
        </p:txBody>
      </p:sp>
    </p:spTree>
    <p:extLst>
      <p:ext uri="{BB962C8B-B14F-4D97-AF65-F5344CB8AC3E}">
        <p14:creationId xmlns:p14="http://schemas.microsoft.com/office/powerpoint/2010/main" val="374045393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47" name="Title 1"/>
          <p:cNvSpPr>
            <a:spLocks noGrp="1"/>
          </p:cNvSpPr>
          <p:nvPr>
            <p:ph type="title"/>
          </p:nvPr>
        </p:nvSpPr>
        <p:spPr>
          <a:xfrm>
            <a:off x="856060" y="618518"/>
            <a:ext cx="7429499" cy="1478570"/>
          </a:xfrm>
        </p:spPr>
        <p:txBody>
          <a:bodyPr/>
          <a:lstStyle/>
          <a:p>
            <a:r>
              <a:rPr lang="es-ES"/>
              <a:t>Haga clic para modificar el estilo de título del patrón</a:t>
            </a:r>
            <a:endParaRPr lang="en-US" dirty="0"/>
          </a:p>
        </p:txBody>
      </p:sp>
      <p:sp>
        <p:nvSpPr>
          <p:cNvPr id="48" name="Content Placeholder 2"/>
          <p:cNvSpPr>
            <a:spLocks noGrp="1"/>
          </p:cNvSpPr>
          <p:nvPr>
            <p:ph idx="1"/>
          </p:nvPr>
        </p:nvSpPr>
        <p:spPr>
          <a:xfrm>
            <a:off x="856060" y="2249487"/>
            <a:ext cx="7429499" cy="3541714"/>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9" name="Date Placeholder 3"/>
          <p:cNvSpPr>
            <a:spLocks noGrp="1"/>
          </p:cNvSpPr>
          <p:nvPr>
            <p:ph type="dt" sz="half" idx="10"/>
          </p:nvPr>
        </p:nvSpPr>
        <p:spPr>
          <a:xfrm>
            <a:off x="5592691" y="5883277"/>
            <a:ext cx="2057400" cy="365125"/>
          </a:xfrm>
        </p:spPr>
        <p:txBody>
          <a:bodyPr/>
          <a:lstStyle/>
          <a:p>
            <a:fld id="{12868C2D-E414-47BF-A801-29641B78902C}" type="datetimeFigureOut">
              <a:rPr lang="es-AR" smtClean="0"/>
              <a:t>3/11/2025</a:t>
            </a:fld>
            <a:endParaRPr lang="es-AR"/>
          </a:p>
        </p:txBody>
      </p:sp>
      <p:sp>
        <p:nvSpPr>
          <p:cNvPr id="50" name="Footer Placeholder 4"/>
          <p:cNvSpPr>
            <a:spLocks noGrp="1"/>
          </p:cNvSpPr>
          <p:nvPr>
            <p:ph type="ftr" sz="quarter" idx="11"/>
          </p:nvPr>
        </p:nvSpPr>
        <p:spPr>
          <a:xfrm>
            <a:off x="856059" y="5883276"/>
            <a:ext cx="4679482" cy="365125"/>
          </a:xfrm>
        </p:spPr>
        <p:txBody>
          <a:bodyPr/>
          <a:lstStyle/>
          <a:p>
            <a:endParaRPr lang="es-AR"/>
          </a:p>
        </p:txBody>
      </p:sp>
      <p:sp>
        <p:nvSpPr>
          <p:cNvPr id="51" name="Slide Number Placeholder 5"/>
          <p:cNvSpPr>
            <a:spLocks noGrp="1"/>
          </p:cNvSpPr>
          <p:nvPr>
            <p:ph type="sldNum" sz="quarter" idx="12"/>
          </p:nvPr>
        </p:nvSpPr>
        <p:spPr>
          <a:xfrm>
            <a:off x="7707241" y="5883275"/>
            <a:ext cx="578317" cy="365125"/>
          </a:xfrm>
        </p:spPr>
        <p:txBody>
          <a:bodyPr/>
          <a:lstStyle/>
          <a:p>
            <a:fld id="{5297BD90-8D7F-42A4-9842-373A5D9BF9A4}" type="slidenum">
              <a:rPr lang="es-AR" smtClean="0"/>
              <a:t>‹Nº›</a:t>
            </a:fld>
            <a:endParaRPr lang="es-AR"/>
          </a:p>
        </p:txBody>
      </p:sp>
    </p:spTree>
    <p:extLst>
      <p:ext uri="{BB962C8B-B14F-4D97-AF65-F5344CB8AC3E}">
        <p14:creationId xmlns:p14="http://schemas.microsoft.com/office/powerpoint/2010/main" val="201653364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Title 1"/>
          <p:cNvSpPr>
            <a:spLocks noGrp="1"/>
          </p:cNvSpPr>
          <p:nvPr>
            <p:ph type="title"/>
          </p:nvPr>
        </p:nvSpPr>
        <p:spPr>
          <a:xfrm>
            <a:off x="856058" y="1419227"/>
            <a:ext cx="7429500" cy="2852737"/>
          </a:xfrm>
        </p:spPr>
        <p:txBody>
          <a:bodyPr anchor="b">
            <a:normAutofit/>
          </a:bodyPr>
          <a:lstStyle>
            <a:lvl1pPr>
              <a:defRPr sz="3600"/>
            </a:lvl1pPr>
          </a:lstStyle>
          <a:p>
            <a:r>
              <a:rPr lang="es-ES"/>
              <a:t>Haga clic para modificar el estilo de título del patrón</a:t>
            </a:r>
            <a:endParaRPr lang="en-US" dirty="0"/>
          </a:p>
        </p:txBody>
      </p:sp>
      <p:sp>
        <p:nvSpPr>
          <p:cNvPr id="3" name="Text Placeholder 2"/>
          <p:cNvSpPr>
            <a:spLocks noGrp="1"/>
          </p:cNvSpPr>
          <p:nvPr>
            <p:ph type="body" idx="1"/>
          </p:nvPr>
        </p:nvSpPr>
        <p:spPr>
          <a:xfrm>
            <a:off x="856058" y="4424362"/>
            <a:ext cx="7429500" cy="1374776"/>
          </a:xfrm>
        </p:spPr>
        <p:txBody>
          <a:bodyPr>
            <a:normAutofit/>
          </a:bodyPr>
          <a:lstStyle>
            <a:lvl1pPr marL="0" indent="0">
              <a:buNone/>
              <a:defRPr sz="1800" cap="all" baseline="0">
                <a:solidFill>
                  <a:schemeClr val="tx1">
                    <a:tint val="75000"/>
                  </a:schemeClr>
                </a:solidFill>
              </a:defRPr>
            </a:lvl1pPr>
            <a:lvl2pPr marL="457200" indent="0">
              <a:buNone/>
              <a:defRPr sz="18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s-ES"/>
              <a:t>Haga clic para modificar los estilos de texto del patrón</a:t>
            </a:r>
          </a:p>
        </p:txBody>
      </p:sp>
      <p:sp>
        <p:nvSpPr>
          <p:cNvPr id="4" name="Date Placeholder 3"/>
          <p:cNvSpPr>
            <a:spLocks noGrp="1"/>
          </p:cNvSpPr>
          <p:nvPr>
            <p:ph type="dt" sz="half" idx="10"/>
          </p:nvPr>
        </p:nvSpPr>
        <p:spPr/>
        <p:txBody>
          <a:bodyPr/>
          <a:lstStyle/>
          <a:p>
            <a:fld id="{12868C2D-E414-47BF-A801-29641B78902C}" type="datetimeFigureOut">
              <a:rPr lang="es-AR" smtClean="0"/>
              <a:t>3/11/2025</a:t>
            </a:fld>
            <a:endParaRPr lang="es-AR"/>
          </a:p>
        </p:txBody>
      </p:sp>
      <p:sp>
        <p:nvSpPr>
          <p:cNvPr id="5" name="Footer Placeholder 4"/>
          <p:cNvSpPr>
            <a:spLocks noGrp="1"/>
          </p:cNvSpPr>
          <p:nvPr>
            <p:ph type="ftr" sz="quarter" idx="11"/>
          </p:nvPr>
        </p:nvSpPr>
        <p:spPr/>
        <p:txBody>
          <a:bodyPr/>
          <a:lstStyle/>
          <a:p>
            <a:endParaRPr lang="es-AR"/>
          </a:p>
        </p:txBody>
      </p:sp>
      <p:sp>
        <p:nvSpPr>
          <p:cNvPr id="6" name="Slide Number Placeholder 5"/>
          <p:cNvSpPr>
            <a:spLocks noGrp="1"/>
          </p:cNvSpPr>
          <p:nvPr>
            <p:ph type="sldNum" sz="quarter" idx="12"/>
          </p:nvPr>
        </p:nvSpPr>
        <p:spPr/>
        <p:txBody>
          <a:bodyPr/>
          <a:lstStyle/>
          <a:p>
            <a:fld id="{5297BD90-8D7F-42A4-9842-373A5D9BF9A4}" type="slidenum">
              <a:rPr lang="es-AR" smtClean="0"/>
              <a:t>‹Nº›</a:t>
            </a:fld>
            <a:endParaRPr lang="es-AR"/>
          </a:p>
        </p:txBody>
      </p:sp>
    </p:spTree>
    <p:extLst>
      <p:ext uri="{BB962C8B-B14F-4D97-AF65-F5344CB8AC3E}">
        <p14:creationId xmlns:p14="http://schemas.microsoft.com/office/powerpoint/2010/main" val="144768506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a:t>Haga clic para modificar el estilo de título del patrón</a:t>
            </a:r>
            <a:endParaRPr lang="en-US" dirty="0"/>
          </a:p>
        </p:txBody>
      </p:sp>
      <p:sp>
        <p:nvSpPr>
          <p:cNvPr id="3" name="Content Placeholder 2"/>
          <p:cNvSpPr>
            <a:spLocks noGrp="1"/>
          </p:cNvSpPr>
          <p:nvPr>
            <p:ph sz="half" idx="1"/>
          </p:nvPr>
        </p:nvSpPr>
        <p:spPr>
          <a:xfrm>
            <a:off x="856058" y="2249486"/>
            <a:ext cx="3658792" cy="3541714"/>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Content Placeholder 3"/>
          <p:cNvSpPr>
            <a:spLocks noGrp="1"/>
          </p:cNvSpPr>
          <p:nvPr>
            <p:ph sz="half" idx="2"/>
          </p:nvPr>
        </p:nvSpPr>
        <p:spPr>
          <a:xfrm>
            <a:off x="4629151" y="2249486"/>
            <a:ext cx="3656408" cy="3541714"/>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5" name="Date Placeholder 4"/>
          <p:cNvSpPr>
            <a:spLocks noGrp="1"/>
          </p:cNvSpPr>
          <p:nvPr>
            <p:ph type="dt" sz="half" idx="10"/>
          </p:nvPr>
        </p:nvSpPr>
        <p:spPr/>
        <p:txBody>
          <a:bodyPr/>
          <a:lstStyle/>
          <a:p>
            <a:fld id="{12868C2D-E414-47BF-A801-29641B78902C}" type="datetimeFigureOut">
              <a:rPr lang="es-AR" smtClean="0"/>
              <a:t>3/11/2025</a:t>
            </a:fld>
            <a:endParaRPr lang="es-AR"/>
          </a:p>
        </p:txBody>
      </p:sp>
      <p:sp>
        <p:nvSpPr>
          <p:cNvPr id="6" name="Footer Placeholder 5"/>
          <p:cNvSpPr>
            <a:spLocks noGrp="1"/>
          </p:cNvSpPr>
          <p:nvPr>
            <p:ph type="ftr" sz="quarter" idx="11"/>
          </p:nvPr>
        </p:nvSpPr>
        <p:spPr/>
        <p:txBody>
          <a:bodyPr/>
          <a:lstStyle/>
          <a:p>
            <a:endParaRPr lang="es-AR"/>
          </a:p>
        </p:txBody>
      </p:sp>
      <p:sp>
        <p:nvSpPr>
          <p:cNvPr id="7" name="Slide Number Placeholder 6"/>
          <p:cNvSpPr>
            <a:spLocks noGrp="1"/>
          </p:cNvSpPr>
          <p:nvPr>
            <p:ph type="sldNum" sz="quarter" idx="12"/>
          </p:nvPr>
        </p:nvSpPr>
        <p:spPr/>
        <p:txBody>
          <a:bodyPr/>
          <a:lstStyle/>
          <a:p>
            <a:fld id="{5297BD90-8D7F-42A4-9842-373A5D9BF9A4}" type="slidenum">
              <a:rPr lang="es-AR" smtClean="0"/>
              <a:t>‹Nº›</a:t>
            </a:fld>
            <a:endParaRPr lang="es-AR"/>
          </a:p>
        </p:txBody>
      </p:sp>
    </p:spTree>
    <p:extLst>
      <p:ext uri="{BB962C8B-B14F-4D97-AF65-F5344CB8AC3E}">
        <p14:creationId xmlns:p14="http://schemas.microsoft.com/office/powerpoint/2010/main" val="99886498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Title 1"/>
          <p:cNvSpPr>
            <a:spLocks noGrp="1"/>
          </p:cNvSpPr>
          <p:nvPr>
            <p:ph type="title"/>
          </p:nvPr>
        </p:nvSpPr>
        <p:spPr>
          <a:xfrm>
            <a:off x="856058" y="619127"/>
            <a:ext cx="7429500" cy="1477961"/>
          </a:xfrm>
        </p:spPr>
        <p:txBody>
          <a:bodyPr/>
          <a:lstStyle/>
          <a:p>
            <a:r>
              <a:rPr lang="es-ES"/>
              <a:t>Haga clic para modificar el estilo de título del patrón</a:t>
            </a:r>
            <a:endParaRPr lang="en-US" dirty="0"/>
          </a:p>
        </p:txBody>
      </p:sp>
      <p:sp>
        <p:nvSpPr>
          <p:cNvPr id="3" name="Text Placeholder 2"/>
          <p:cNvSpPr>
            <a:spLocks noGrp="1"/>
          </p:cNvSpPr>
          <p:nvPr>
            <p:ph type="body" idx="1"/>
          </p:nvPr>
        </p:nvSpPr>
        <p:spPr>
          <a:xfrm>
            <a:off x="1078902" y="2249486"/>
            <a:ext cx="3435949" cy="823912"/>
          </a:xfrm>
        </p:spPr>
        <p:txBody>
          <a:bodyPr anchor="b"/>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4" name="Content Placeholder 3"/>
          <p:cNvSpPr>
            <a:spLocks noGrp="1"/>
          </p:cNvSpPr>
          <p:nvPr>
            <p:ph sz="half" idx="2"/>
          </p:nvPr>
        </p:nvSpPr>
        <p:spPr>
          <a:xfrm>
            <a:off x="856058" y="3073398"/>
            <a:ext cx="3658793" cy="2717801"/>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5" name="Text Placeholder 4"/>
          <p:cNvSpPr>
            <a:spLocks noGrp="1"/>
          </p:cNvSpPr>
          <p:nvPr>
            <p:ph type="body" sz="quarter" idx="3"/>
          </p:nvPr>
        </p:nvSpPr>
        <p:spPr>
          <a:xfrm>
            <a:off x="4851992" y="2249485"/>
            <a:ext cx="3433565" cy="823912"/>
          </a:xfrm>
        </p:spPr>
        <p:txBody>
          <a:bodyPr anchor="b"/>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6" name="Content Placeholder 5"/>
          <p:cNvSpPr>
            <a:spLocks noGrp="1"/>
          </p:cNvSpPr>
          <p:nvPr>
            <p:ph sz="quarter" idx="4"/>
          </p:nvPr>
        </p:nvSpPr>
        <p:spPr>
          <a:xfrm>
            <a:off x="4629150" y="3073398"/>
            <a:ext cx="3656408" cy="2717801"/>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7" name="Date Placeholder 6"/>
          <p:cNvSpPr>
            <a:spLocks noGrp="1"/>
          </p:cNvSpPr>
          <p:nvPr>
            <p:ph type="dt" sz="half" idx="10"/>
          </p:nvPr>
        </p:nvSpPr>
        <p:spPr/>
        <p:txBody>
          <a:bodyPr/>
          <a:lstStyle/>
          <a:p>
            <a:fld id="{12868C2D-E414-47BF-A801-29641B78902C}" type="datetimeFigureOut">
              <a:rPr lang="es-AR" smtClean="0"/>
              <a:t>3/11/2025</a:t>
            </a:fld>
            <a:endParaRPr lang="es-AR"/>
          </a:p>
        </p:txBody>
      </p:sp>
      <p:sp>
        <p:nvSpPr>
          <p:cNvPr id="8" name="Footer Placeholder 7"/>
          <p:cNvSpPr>
            <a:spLocks noGrp="1"/>
          </p:cNvSpPr>
          <p:nvPr>
            <p:ph type="ftr" sz="quarter" idx="11"/>
          </p:nvPr>
        </p:nvSpPr>
        <p:spPr/>
        <p:txBody>
          <a:bodyPr/>
          <a:lstStyle/>
          <a:p>
            <a:endParaRPr lang="es-AR"/>
          </a:p>
        </p:txBody>
      </p:sp>
      <p:sp>
        <p:nvSpPr>
          <p:cNvPr id="9" name="Slide Number Placeholder 8"/>
          <p:cNvSpPr>
            <a:spLocks noGrp="1"/>
          </p:cNvSpPr>
          <p:nvPr>
            <p:ph type="sldNum" sz="quarter" idx="12"/>
          </p:nvPr>
        </p:nvSpPr>
        <p:spPr/>
        <p:txBody>
          <a:bodyPr/>
          <a:lstStyle/>
          <a:p>
            <a:fld id="{5297BD90-8D7F-42A4-9842-373A5D9BF9A4}" type="slidenum">
              <a:rPr lang="es-AR" smtClean="0"/>
              <a:t>‹Nº›</a:t>
            </a:fld>
            <a:endParaRPr lang="es-AR"/>
          </a:p>
        </p:txBody>
      </p:sp>
    </p:spTree>
    <p:extLst>
      <p:ext uri="{BB962C8B-B14F-4D97-AF65-F5344CB8AC3E}">
        <p14:creationId xmlns:p14="http://schemas.microsoft.com/office/powerpoint/2010/main" val="418781198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a:t>Haga clic para modificar el estilo de título del patrón</a:t>
            </a:r>
            <a:endParaRPr lang="en-US" dirty="0"/>
          </a:p>
        </p:txBody>
      </p:sp>
      <p:sp>
        <p:nvSpPr>
          <p:cNvPr id="3" name="Date Placeholder 2"/>
          <p:cNvSpPr>
            <a:spLocks noGrp="1"/>
          </p:cNvSpPr>
          <p:nvPr>
            <p:ph type="dt" sz="half" idx="10"/>
          </p:nvPr>
        </p:nvSpPr>
        <p:spPr/>
        <p:txBody>
          <a:bodyPr/>
          <a:lstStyle/>
          <a:p>
            <a:fld id="{12868C2D-E414-47BF-A801-29641B78902C}" type="datetimeFigureOut">
              <a:rPr lang="es-AR" smtClean="0"/>
              <a:t>3/11/2025</a:t>
            </a:fld>
            <a:endParaRPr lang="es-AR"/>
          </a:p>
        </p:txBody>
      </p:sp>
      <p:sp>
        <p:nvSpPr>
          <p:cNvPr id="4" name="Footer Placeholder 3"/>
          <p:cNvSpPr>
            <a:spLocks noGrp="1"/>
          </p:cNvSpPr>
          <p:nvPr>
            <p:ph type="ftr" sz="quarter" idx="11"/>
          </p:nvPr>
        </p:nvSpPr>
        <p:spPr/>
        <p:txBody>
          <a:bodyPr/>
          <a:lstStyle/>
          <a:p>
            <a:endParaRPr lang="es-AR"/>
          </a:p>
        </p:txBody>
      </p:sp>
      <p:sp>
        <p:nvSpPr>
          <p:cNvPr id="5" name="Slide Number Placeholder 4"/>
          <p:cNvSpPr>
            <a:spLocks noGrp="1"/>
          </p:cNvSpPr>
          <p:nvPr>
            <p:ph type="sldNum" sz="quarter" idx="12"/>
          </p:nvPr>
        </p:nvSpPr>
        <p:spPr/>
        <p:txBody>
          <a:bodyPr/>
          <a:lstStyle/>
          <a:p>
            <a:fld id="{5297BD90-8D7F-42A4-9842-373A5D9BF9A4}" type="slidenum">
              <a:rPr lang="es-AR" smtClean="0"/>
              <a:t>‹Nº›</a:t>
            </a:fld>
            <a:endParaRPr lang="es-AR"/>
          </a:p>
        </p:txBody>
      </p:sp>
    </p:spTree>
    <p:extLst>
      <p:ext uri="{BB962C8B-B14F-4D97-AF65-F5344CB8AC3E}">
        <p14:creationId xmlns:p14="http://schemas.microsoft.com/office/powerpoint/2010/main" val="16872510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2868C2D-E414-47BF-A801-29641B78902C}" type="datetimeFigureOut">
              <a:rPr lang="es-AR" smtClean="0"/>
              <a:t>3/11/2025</a:t>
            </a:fld>
            <a:endParaRPr lang="es-AR"/>
          </a:p>
        </p:txBody>
      </p:sp>
      <p:sp>
        <p:nvSpPr>
          <p:cNvPr id="3" name="Footer Placeholder 2"/>
          <p:cNvSpPr>
            <a:spLocks noGrp="1"/>
          </p:cNvSpPr>
          <p:nvPr>
            <p:ph type="ftr" sz="quarter" idx="11"/>
          </p:nvPr>
        </p:nvSpPr>
        <p:spPr/>
        <p:txBody>
          <a:bodyPr/>
          <a:lstStyle/>
          <a:p>
            <a:endParaRPr lang="es-AR"/>
          </a:p>
        </p:txBody>
      </p:sp>
      <p:sp>
        <p:nvSpPr>
          <p:cNvPr id="4" name="Slide Number Placeholder 3"/>
          <p:cNvSpPr>
            <a:spLocks noGrp="1"/>
          </p:cNvSpPr>
          <p:nvPr>
            <p:ph type="sldNum" sz="quarter" idx="12"/>
          </p:nvPr>
        </p:nvSpPr>
        <p:spPr/>
        <p:txBody>
          <a:bodyPr/>
          <a:lstStyle/>
          <a:p>
            <a:fld id="{5297BD90-8D7F-42A4-9842-373A5D9BF9A4}" type="slidenum">
              <a:rPr lang="es-AR" smtClean="0"/>
              <a:t>‹Nº›</a:t>
            </a:fld>
            <a:endParaRPr lang="es-AR"/>
          </a:p>
        </p:txBody>
      </p:sp>
    </p:spTree>
    <p:extLst>
      <p:ext uri="{BB962C8B-B14F-4D97-AF65-F5344CB8AC3E}">
        <p14:creationId xmlns:p14="http://schemas.microsoft.com/office/powerpoint/2010/main" val="195296539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Title 1"/>
          <p:cNvSpPr>
            <a:spLocks noGrp="1"/>
          </p:cNvSpPr>
          <p:nvPr>
            <p:ph type="title"/>
          </p:nvPr>
        </p:nvSpPr>
        <p:spPr>
          <a:xfrm>
            <a:off x="860029" y="609601"/>
            <a:ext cx="2892028" cy="1639884"/>
          </a:xfrm>
        </p:spPr>
        <p:txBody>
          <a:bodyPr anchor="b"/>
          <a:lstStyle>
            <a:lvl1pPr>
              <a:defRPr sz="3200"/>
            </a:lvl1pPr>
          </a:lstStyle>
          <a:p>
            <a:r>
              <a:rPr lang="es-ES"/>
              <a:t>Haga clic para modificar el estilo de título del patrón</a:t>
            </a:r>
            <a:endParaRPr lang="en-US" dirty="0"/>
          </a:p>
        </p:txBody>
      </p:sp>
      <p:sp>
        <p:nvSpPr>
          <p:cNvPr id="3" name="Content Placeholder 2"/>
          <p:cNvSpPr>
            <a:spLocks noGrp="1"/>
          </p:cNvSpPr>
          <p:nvPr>
            <p:ph idx="1"/>
          </p:nvPr>
        </p:nvSpPr>
        <p:spPr>
          <a:xfrm>
            <a:off x="3867150" y="592666"/>
            <a:ext cx="4418407" cy="5198534"/>
          </a:xfrm>
        </p:spPr>
        <p:txBody>
          <a:bodyPr anchor="ct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Text Placeholder 3"/>
          <p:cNvSpPr>
            <a:spLocks noGrp="1"/>
          </p:cNvSpPr>
          <p:nvPr>
            <p:ph type="body" sz="half" idx="2"/>
          </p:nvPr>
        </p:nvSpPr>
        <p:spPr>
          <a:xfrm>
            <a:off x="860029" y="2249486"/>
            <a:ext cx="2892028" cy="3541714"/>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Date Placeholder 4"/>
          <p:cNvSpPr>
            <a:spLocks noGrp="1"/>
          </p:cNvSpPr>
          <p:nvPr>
            <p:ph type="dt" sz="half" idx="10"/>
          </p:nvPr>
        </p:nvSpPr>
        <p:spPr/>
        <p:txBody>
          <a:bodyPr/>
          <a:lstStyle/>
          <a:p>
            <a:fld id="{12868C2D-E414-47BF-A801-29641B78902C}" type="datetimeFigureOut">
              <a:rPr lang="es-AR" smtClean="0"/>
              <a:t>3/11/2025</a:t>
            </a:fld>
            <a:endParaRPr lang="es-AR"/>
          </a:p>
        </p:txBody>
      </p:sp>
      <p:sp>
        <p:nvSpPr>
          <p:cNvPr id="6" name="Footer Placeholder 5"/>
          <p:cNvSpPr>
            <a:spLocks noGrp="1"/>
          </p:cNvSpPr>
          <p:nvPr>
            <p:ph type="ftr" sz="quarter" idx="11"/>
          </p:nvPr>
        </p:nvSpPr>
        <p:spPr/>
        <p:txBody>
          <a:bodyPr/>
          <a:lstStyle/>
          <a:p>
            <a:endParaRPr lang="es-AR"/>
          </a:p>
        </p:txBody>
      </p:sp>
      <p:sp>
        <p:nvSpPr>
          <p:cNvPr id="7" name="Slide Number Placeholder 6"/>
          <p:cNvSpPr>
            <a:spLocks noGrp="1"/>
          </p:cNvSpPr>
          <p:nvPr>
            <p:ph type="sldNum" sz="quarter" idx="12"/>
          </p:nvPr>
        </p:nvSpPr>
        <p:spPr/>
        <p:txBody>
          <a:bodyPr/>
          <a:lstStyle/>
          <a:p>
            <a:fld id="{5297BD90-8D7F-42A4-9842-373A5D9BF9A4}" type="slidenum">
              <a:rPr lang="es-AR" smtClean="0"/>
              <a:t>‹Nº›</a:t>
            </a:fld>
            <a:endParaRPr lang="es-AR"/>
          </a:p>
        </p:txBody>
      </p:sp>
    </p:spTree>
    <p:extLst>
      <p:ext uri="{BB962C8B-B14F-4D97-AF65-F5344CB8AC3E}">
        <p14:creationId xmlns:p14="http://schemas.microsoft.com/office/powerpoint/2010/main" val="262936877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itle 1"/>
          <p:cNvSpPr>
            <a:spLocks noGrp="1"/>
          </p:cNvSpPr>
          <p:nvPr>
            <p:ph type="title"/>
          </p:nvPr>
        </p:nvSpPr>
        <p:spPr>
          <a:xfrm>
            <a:off x="856061" y="609600"/>
            <a:ext cx="3753962" cy="1639886"/>
          </a:xfrm>
        </p:spPr>
        <p:txBody>
          <a:bodyPr anchor="b"/>
          <a:lstStyle>
            <a:lvl1pPr>
              <a:defRPr sz="3200"/>
            </a:lvl1pPr>
          </a:lstStyle>
          <a:p>
            <a:r>
              <a:rPr lang="es-ES"/>
              <a:t>Haga clic para modificar el estilo de título del patrón</a:t>
            </a:r>
            <a:endParaRPr lang="en-US" dirty="0"/>
          </a:p>
        </p:txBody>
      </p:sp>
      <p:sp>
        <p:nvSpPr>
          <p:cNvPr id="3" name="Picture Placeholder 2"/>
          <p:cNvSpPr>
            <a:spLocks noGrp="1" noChangeAspect="1"/>
          </p:cNvSpPr>
          <p:nvPr>
            <p:ph type="pic" idx="1"/>
          </p:nvPr>
        </p:nvSpPr>
        <p:spPr>
          <a:xfrm>
            <a:off x="4832866" y="609600"/>
            <a:ext cx="3452693" cy="5181602"/>
          </a:xfrm>
          <a:prstGeom prst="round2DiagRect">
            <a:avLst>
              <a:gd name="adj1" fmla="val 6074"/>
              <a:gd name="adj2" fmla="val 0"/>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defRPr lang="en-US" sz="3200"/>
            </a:lvl1pPr>
          </a:lstStyle>
          <a:p>
            <a:pPr marL="0" lvl="0" indent="0">
              <a:buNone/>
            </a:pPr>
            <a:r>
              <a:rPr lang="es-ES"/>
              <a:t>Haga clic en el icono para agregar una imagen</a:t>
            </a:r>
            <a:endParaRPr lang="en-US" dirty="0"/>
          </a:p>
        </p:txBody>
      </p:sp>
      <p:sp>
        <p:nvSpPr>
          <p:cNvPr id="4" name="Text Placeholder 3"/>
          <p:cNvSpPr>
            <a:spLocks noGrp="1"/>
          </p:cNvSpPr>
          <p:nvPr>
            <p:ph type="body" sz="half" idx="2"/>
          </p:nvPr>
        </p:nvSpPr>
        <p:spPr>
          <a:xfrm>
            <a:off x="856059" y="2249486"/>
            <a:ext cx="3753964" cy="3541714"/>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Date Placeholder 4"/>
          <p:cNvSpPr>
            <a:spLocks noGrp="1"/>
          </p:cNvSpPr>
          <p:nvPr>
            <p:ph type="dt" sz="half" idx="10"/>
          </p:nvPr>
        </p:nvSpPr>
        <p:spPr/>
        <p:txBody>
          <a:bodyPr/>
          <a:lstStyle/>
          <a:p>
            <a:fld id="{12868C2D-E414-47BF-A801-29641B78902C}" type="datetimeFigureOut">
              <a:rPr lang="es-AR" smtClean="0"/>
              <a:t>3/11/2025</a:t>
            </a:fld>
            <a:endParaRPr lang="es-AR"/>
          </a:p>
        </p:txBody>
      </p:sp>
      <p:sp>
        <p:nvSpPr>
          <p:cNvPr id="6" name="Footer Placeholder 5"/>
          <p:cNvSpPr>
            <a:spLocks noGrp="1"/>
          </p:cNvSpPr>
          <p:nvPr>
            <p:ph type="ftr" sz="quarter" idx="11"/>
          </p:nvPr>
        </p:nvSpPr>
        <p:spPr/>
        <p:txBody>
          <a:bodyPr/>
          <a:lstStyle/>
          <a:p>
            <a:endParaRPr lang="es-AR"/>
          </a:p>
        </p:txBody>
      </p:sp>
      <p:sp>
        <p:nvSpPr>
          <p:cNvPr id="7" name="Slide Number Placeholder 6"/>
          <p:cNvSpPr>
            <a:spLocks noGrp="1"/>
          </p:cNvSpPr>
          <p:nvPr>
            <p:ph type="sldNum" sz="quarter" idx="12"/>
          </p:nvPr>
        </p:nvSpPr>
        <p:spPr/>
        <p:txBody>
          <a:bodyPr/>
          <a:lstStyle/>
          <a:p>
            <a:fld id="{5297BD90-8D7F-42A4-9842-373A5D9BF9A4}" type="slidenum">
              <a:rPr lang="es-AR" smtClean="0"/>
              <a:t>‹Nº›</a:t>
            </a:fld>
            <a:endParaRPr lang="es-AR"/>
          </a:p>
        </p:txBody>
      </p:sp>
    </p:spTree>
    <p:extLst>
      <p:ext uri="{BB962C8B-B14F-4D97-AF65-F5344CB8AC3E}">
        <p14:creationId xmlns:p14="http://schemas.microsoft.com/office/powerpoint/2010/main" val="295139010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Imagen panorámica con descripción">
    <p:spTree>
      <p:nvGrpSpPr>
        <p:cNvPr id="1" name=""/>
        <p:cNvGrpSpPr/>
        <p:nvPr/>
      </p:nvGrpSpPr>
      <p:grpSpPr>
        <a:xfrm>
          <a:off x="0" y="0"/>
          <a:ext cx="0" cy="0"/>
          <a:chOff x="0" y="0"/>
          <a:chExt cx="0" cy="0"/>
        </a:xfrm>
      </p:grpSpPr>
      <p:sp>
        <p:nvSpPr>
          <p:cNvPr id="2" name="Title 1"/>
          <p:cNvSpPr>
            <a:spLocks noGrp="1"/>
          </p:cNvSpPr>
          <p:nvPr>
            <p:ph type="title"/>
          </p:nvPr>
        </p:nvSpPr>
        <p:spPr>
          <a:xfrm>
            <a:off x="856058" y="4304665"/>
            <a:ext cx="7434266" cy="819355"/>
          </a:xfrm>
        </p:spPr>
        <p:txBody>
          <a:bodyPr anchor="b">
            <a:normAutofit/>
          </a:bodyPr>
          <a:lstStyle>
            <a:lvl1pPr>
              <a:defRPr sz="3200"/>
            </a:lvl1pPr>
          </a:lstStyle>
          <a:p>
            <a:r>
              <a:rPr lang="es-ES"/>
              <a:t>Haga clic para modificar el estilo de título del patrón</a:t>
            </a:r>
            <a:endParaRPr lang="en-US" dirty="0"/>
          </a:p>
        </p:txBody>
      </p:sp>
      <p:sp>
        <p:nvSpPr>
          <p:cNvPr id="3" name="Picture Placeholder 2"/>
          <p:cNvSpPr>
            <a:spLocks noGrp="1" noChangeAspect="1"/>
          </p:cNvSpPr>
          <p:nvPr>
            <p:ph type="pic" idx="1"/>
          </p:nvPr>
        </p:nvSpPr>
        <p:spPr>
          <a:xfrm>
            <a:off x="856058" y="606426"/>
            <a:ext cx="7434266" cy="3299778"/>
          </a:xfrm>
          <a:prstGeom prst="round2DiagRect">
            <a:avLst>
              <a:gd name="adj1" fmla="val 5101"/>
              <a:gd name="adj2" fmla="val 0"/>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3200"/>
            </a:lvl1pPr>
          </a:lstStyle>
          <a:p>
            <a:pPr marL="0" lvl="0" indent="0">
              <a:buNone/>
            </a:pPr>
            <a:r>
              <a:rPr lang="es-ES"/>
              <a:t>Haga clic en el icono para agregar una imagen</a:t>
            </a:r>
            <a:endParaRPr lang="en-US" dirty="0"/>
          </a:p>
        </p:txBody>
      </p:sp>
      <p:sp>
        <p:nvSpPr>
          <p:cNvPr id="4" name="Text Placeholder 3"/>
          <p:cNvSpPr>
            <a:spLocks noGrp="1"/>
          </p:cNvSpPr>
          <p:nvPr>
            <p:ph type="body" sz="half" idx="2"/>
          </p:nvPr>
        </p:nvSpPr>
        <p:spPr>
          <a:xfrm>
            <a:off x="856024" y="5124020"/>
            <a:ext cx="7433144" cy="682472"/>
          </a:xfrm>
        </p:spPr>
        <p:txBody>
          <a:bodyPr>
            <a:normAutofit/>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Date Placeholder 4"/>
          <p:cNvSpPr>
            <a:spLocks noGrp="1"/>
          </p:cNvSpPr>
          <p:nvPr>
            <p:ph type="dt" sz="half" idx="10"/>
          </p:nvPr>
        </p:nvSpPr>
        <p:spPr/>
        <p:txBody>
          <a:bodyPr/>
          <a:lstStyle/>
          <a:p>
            <a:fld id="{12868C2D-E414-47BF-A801-29641B78902C}" type="datetimeFigureOut">
              <a:rPr lang="es-AR" smtClean="0"/>
              <a:t>3/11/2025</a:t>
            </a:fld>
            <a:endParaRPr lang="es-AR"/>
          </a:p>
        </p:txBody>
      </p:sp>
      <p:sp>
        <p:nvSpPr>
          <p:cNvPr id="6" name="Footer Placeholder 5"/>
          <p:cNvSpPr>
            <a:spLocks noGrp="1"/>
          </p:cNvSpPr>
          <p:nvPr>
            <p:ph type="ftr" sz="quarter" idx="11"/>
          </p:nvPr>
        </p:nvSpPr>
        <p:spPr/>
        <p:txBody>
          <a:bodyPr/>
          <a:lstStyle/>
          <a:p>
            <a:endParaRPr lang="es-AR"/>
          </a:p>
        </p:txBody>
      </p:sp>
      <p:sp>
        <p:nvSpPr>
          <p:cNvPr id="7" name="Slide Number Placeholder 6"/>
          <p:cNvSpPr>
            <a:spLocks noGrp="1"/>
          </p:cNvSpPr>
          <p:nvPr>
            <p:ph type="sldNum" sz="quarter" idx="12"/>
          </p:nvPr>
        </p:nvSpPr>
        <p:spPr/>
        <p:txBody>
          <a:bodyPr/>
          <a:lstStyle/>
          <a:p>
            <a:fld id="{5297BD90-8D7F-42A4-9842-373A5D9BF9A4}" type="slidenum">
              <a:rPr lang="es-AR" smtClean="0"/>
              <a:t>‹Nº›</a:t>
            </a:fld>
            <a:endParaRPr lang="es-AR"/>
          </a:p>
        </p:txBody>
      </p:sp>
    </p:spTree>
    <p:extLst>
      <p:ext uri="{BB962C8B-B14F-4D97-AF65-F5344CB8AC3E}">
        <p14:creationId xmlns:p14="http://schemas.microsoft.com/office/powerpoint/2010/main" val="288239337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ítulo y descripción">
    <p:spTree>
      <p:nvGrpSpPr>
        <p:cNvPr id="1" name=""/>
        <p:cNvGrpSpPr/>
        <p:nvPr/>
      </p:nvGrpSpPr>
      <p:grpSpPr>
        <a:xfrm>
          <a:off x="0" y="0"/>
          <a:ext cx="0" cy="0"/>
          <a:chOff x="0" y="0"/>
          <a:chExt cx="0" cy="0"/>
        </a:xfrm>
      </p:grpSpPr>
      <p:sp>
        <p:nvSpPr>
          <p:cNvPr id="2" name="Title 1"/>
          <p:cNvSpPr>
            <a:spLocks noGrp="1"/>
          </p:cNvSpPr>
          <p:nvPr>
            <p:ph type="title"/>
          </p:nvPr>
        </p:nvSpPr>
        <p:spPr>
          <a:xfrm>
            <a:off x="856093" y="609600"/>
            <a:ext cx="7429466" cy="3429000"/>
          </a:xfrm>
        </p:spPr>
        <p:txBody>
          <a:bodyPr anchor="ctr">
            <a:normAutofit/>
          </a:bodyPr>
          <a:lstStyle>
            <a:lvl1pPr>
              <a:defRPr sz="3600"/>
            </a:lvl1pPr>
          </a:lstStyle>
          <a:p>
            <a:r>
              <a:rPr lang="es-ES"/>
              <a:t>Haga clic para modificar el estilo de título del patrón</a:t>
            </a:r>
            <a:endParaRPr lang="en-US" dirty="0"/>
          </a:p>
        </p:txBody>
      </p:sp>
      <p:sp>
        <p:nvSpPr>
          <p:cNvPr id="4" name="Text Placeholder 3"/>
          <p:cNvSpPr>
            <a:spLocks noGrp="1"/>
          </p:cNvSpPr>
          <p:nvPr>
            <p:ph type="body" sz="half" idx="2"/>
          </p:nvPr>
        </p:nvSpPr>
        <p:spPr>
          <a:xfrm>
            <a:off x="856058" y="4419600"/>
            <a:ext cx="7428344" cy="1371599"/>
          </a:xfrm>
        </p:spPr>
        <p:txBody>
          <a:bodyPr anchor="ctr">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Date Placeholder 4"/>
          <p:cNvSpPr>
            <a:spLocks noGrp="1"/>
          </p:cNvSpPr>
          <p:nvPr>
            <p:ph type="dt" sz="half" idx="10"/>
          </p:nvPr>
        </p:nvSpPr>
        <p:spPr/>
        <p:txBody>
          <a:bodyPr/>
          <a:lstStyle/>
          <a:p>
            <a:fld id="{12868C2D-E414-47BF-A801-29641B78902C}" type="datetimeFigureOut">
              <a:rPr lang="es-AR" smtClean="0"/>
              <a:t>3/11/2025</a:t>
            </a:fld>
            <a:endParaRPr lang="es-AR"/>
          </a:p>
        </p:txBody>
      </p:sp>
      <p:sp>
        <p:nvSpPr>
          <p:cNvPr id="6" name="Footer Placeholder 5"/>
          <p:cNvSpPr>
            <a:spLocks noGrp="1"/>
          </p:cNvSpPr>
          <p:nvPr>
            <p:ph type="ftr" sz="quarter" idx="11"/>
          </p:nvPr>
        </p:nvSpPr>
        <p:spPr/>
        <p:txBody>
          <a:bodyPr/>
          <a:lstStyle/>
          <a:p>
            <a:endParaRPr lang="es-AR"/>
          </a:p>
        </p:txBody>
      </p:sp>
      <p:sp>
        <p:nvSpPr>
          <p:cNvPr id="7" name="Slide Number Placeholder 6"/>
          <p:cNvSpPr>
            <a:spLocks noGrp="1"/>
          </p:cNvSpPr>
          <p:nvPr>
            <p:ph type="sldNum" sz="quarter" idx="12"/>
          </p:nvPr>
        </p:nvSpPr>
        <p:spPr/>
        <p:txBody>
          <a:bodyPr/>
          <a:lstStyle/>
          <a:p>
            <a:fld id="{5297BD90-8D7F-42A4-9842-373A5D9BF9A4}" type="slidenum">
              <a:rPr lang="es-AR" smtClean="0"/>
              <a:t>‹Nº›</a:t>
            </a:fld>
            <a:endParaRPr lang="es-AR"/>
          </a:p>
        </p:txBody>
      </p:sp>
    </p:spTree>
    <p:extLst>
      <p:ext uri="{BB962C8B-B14F-4D97-AF65-F5344CB8AC3E}">
        <p14:creationId xmlns:p14="http://schemas.microsoft.com/office/powerpoint/2010/main" val="128168019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Cita con descripción">
    <p:spTree>
      <p:nvGrpSpPr>
        <p:cNvPr id="1" name=""/>
        <p:cNvGrpSpPr/>
        <p:nvPr/>
      </p:nvGrpSpPr>
      <p:grpSpPr>
        <a:xfrm>
          <a:off x="0" y="0"/>
          <a:ext cx="0" cy="0"/>
          <a:chOff x="0" y="0"/>
          <a:chExt cx="0" cy="0"/>
        </a:xfrm>
      </p:grpSpPr>
      <p:sp>
        <p:nvSpPr>
          <p:cNvPr id="2" name="Title 1"/>
          <p:cNvSpPr>
            <a:spLocks noGrp="1"/>
          </p:cNvSpPr>
          <p:nvPr>
            <p:ph type="title"/>
          </p:nvPr>
        </p:nvSpPr>
        <p:spPr>
          <a:xfrm>
            <a:off x="1084659" y="609600"/>
            <a:ext cx="6977064" cy="2748429"/>
          </a:xfrm>
        </p:spPr>
        <p:txBody>
          <a:bodyPr anchor="ctr">
            <a:normAutofit/>
          </a:bodyPr>
          <a:lstStyle>
            <a:lvl1pPr>
              <a:defRPr sz="3600"/>
            </a:lvl1pPr>
          </a:lstStyle>
          <a:p>
            <a:r>
              <a:rPr lang="es-ES"/>
              <a:t>Haga clic para modificar el estilo de título del patrón</a:t>
            </a:r>
            <a:endParaRPr lang="en-US" dirty="0"/>
          </a:p>
        </p:txBody>
      </p:sp>
      <p:sp>
        <p:nvSpPr>
          <p:cNvPr id="12" name="Text Placeholder 3"/>
          <p:cNvSpPr>
            <a:spLocks noGrp="1"/>
          </p:cNvSpPr>
          <p:nvPr>
            <p:ph type="body" sz="half" idx="13"/>
          </p:nvPr>
        </p:nvSpPr>
        <p:spPr>
          <a:xfrm>
            <a:off x="1290484" y="3365557"/>
            <a:ext cx="6564224" cy="548968"/>
          </a:xfrm>
        </p:spPr>
        <p:txBody>
          <a:bodyPr anchor="t">
            <a:normAutofit/>
          </a:bodyPr>
          <a:lstStyle>
            <a:lvl1pPr marL="0" indent="0">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4" name="Text Placeholder 3"/>
          <p:cNvSpPr>
            <a:spLocks noGrp="1"/>
          </p:cNvSpPr>
          <p:nvPr>
            <p:ph type="body" sz="half" idx="2"/>
          </p:nvPr>
        </p:nvSpPr>
        <p:spPr>
          <a:xfrm>
            <a:off x="856058" y="4309919"/>
            <a:ext cx="7429502" cy="1489496"/>
          </a:xfrm>
        </p:spPr>
        <p:txBody>
          <a:bodyPr anchor="ctr">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Date Placeholder 4"/>
          <p:cNvSpPr>
            <a:spLocks noGrp="1"/>
          </p:cNvSpPr>
          <p:nvPr>
            <p:ph type="dt" sz="half" idx="10"/>
          </p:nvPr>
        </p:nvSpPr>
        <p:spPr/>
        <p:txBody>
          <a:bodyPr/>
          <a:lstStyle/>
          <a:p>
            <a:fld id="{12868C2D-E414-47BF-A801-29641B78902C}" type="datetimeFigureOut">
              <a:rPr lang="es-AR" smtClean="0"/>
              <a:t>3/11/2025</a:t>
            </a:fld>
            <a:endParaRPr lang="es-AR"/>
          </a:p>
        </p:txBody>
      </p:sp>
      <p:sp>
        <p:nvSpPr>
          <p:cNvPr id="6" name="Footer Placeholder 5"/>
          <p:cNvSpPr>
            <a:spLocks noGrp="1"/>
          </p:cNvSpPr>
          <p:nvPr>
            <p:ph type="ftr" sz="quarter" idx="11"/>
          </p:nvPr>
        </p:nvSpPr>
        <p:spPr/>
        <p:txBody>
          <a:bodyPr/>
          <a:lstStyle/>
          <a:p>
            <a:endParaRPr lang="es-AR"/>
          </a:p>
        </p:txBody>
      </p:sp>
      <p:sp>
        <p:nvSpPr>
          <p:cNvPr id="7" name="Slide Number Placeholder 6"/>
          <p:cNvSpPr>
            <a:spLocks noGrp="1"/>
          </p:cNvSpPr>
          <p:nvPr>
            <p:ph type="sldNum" sz="quarter" idx="12"/>
          </p:nvPr>
        </p:nvSpPr>
        <p:spPr/>
        <p:txBody>
          <a:bodyPr/>
          <a:lstStyle/>
          <a:p>
            <a:fld id="{5297BD90-8D7F-42A4-9842-373A5D9BF9A4}" type="slidenum">
              <a:rPr lang="es-AR" smtClean="0"/>
              <a:t>‹Nº›</a:t>
            </a:fld>
            <a:endParaRPr lang="es-AR"/>
          </a:p>
        </p:txBody>
      </p:sp>
      <p:sp>
        <p:nvSpPr>
          <p:cNvPr id="52" name="TextBox 51"/>
          <p:cNvSpPr txBox="1"/>
          <p:nvPr/>
        </p:nvSpPr>
        <p:spPr>
          <a:xfrm>
            <a:off x="696579" y="718458"/>
            <a:ext cx="4572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Trebuchet MS"/>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8000" dirty="0">
                <a:solidFill>
                  <a:schemeClr val="tx1"/>
                </a:solidFill>
                <a:effectLst/>
              </a:rPr>
              <a:t>“</a:t>
            </a:r>
          </a:p>
        </p:txBody>
      </p:sp>
      <p:sp>
        <p:nvSpPr>
          <p:cNvPr id="53" name="TextBox 52"/>
          <p:cNvSpPr txBox="1"/>
          <p:nvPr/>
        </p:nvSpPr>
        <p:spPr>
          <a:xfrm>
            <a:off x="7817473" y="2764972"/>
            <a:ext cx="4572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Trebuchet MS"/>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8000" dirty="0">
                <a:solidFill>
                  <a:schemeClr val="tx1"/>
                </a:solidFill>
                <a:effectLst/>
              </a:rPr>
              <a:t>”</a:t>
            </a:r>
          </a:p>
        </p:txBody>
      </p:sp>
    </p:spTree>
    <p:extLst>
      <p:ext uri="{BB962C8B-B14F-4D97-AF65-F5344CB8AC3E}">
        <p14:creationId xmlns:p14="http://schemas.microsoft.com/office/powerpoint/2010/main" val="242621360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Tarjeta de nombre">
    <p:spTree>
      <p:nvGrpSpPr>
        <p:cNvPr id="1" name=""/>
        <p:cNvGrpSpPr/>
        <p:nvPr/>
      </p:nvGrpSpPr>
      <p:grpSpPr>
        <a:xfrm>
          <a:off x="0" y="0"/>
          <a:ext cx="0" cy="0"/>
          <a:chOff x="0" y="0"/>
          <a:chExt cx="0" cy="0"/>
        </a:xfrm>
      </p:grpSpPr>
      <p:sp>
        <p:nvSpPr>
          <p:cNvPr id="2" name="Title 1"/>
          <p:cNvSpPr>
            <a:spLocks noGrp="1"/>
          </p:cNvSpPr>
          <p:nvPr>
            <p:ph type="title"/>
          </p:nvPr>
        </p:nvSpPr>
        <p:spPr>
          <a:xfrm>
            <a:off x="856058" y="2134042"/>
            <a:ext cx="7429501" cy="2511835"/>
          </a:xfrm>
        </p:spPr>
        <p:txBody>
          <a:bodyPr anchor="b">
            <a:normAutofit/>
          </a:bodyPr>
          <a:lstStyle>
            <a:lvl1pPr>
              <a:defRPr sz="3600"/>
            </a:lvl1pPr>
          </a:lstStyle>
          <a:p>
            <a:r>
              <a:rPr lang="es-ES"/>
              <a:t>Haga clic para modificar el estilo de título del patrón</a:t>
            </a:r>
            <a:endParaRPr lang="en-US" dirty="0"/>
          </a:p>
        </p:txBody>
      </p:sp>
      <p:sp>
        <p:nvSpPr>
          <p:cNvPr id="4" name="Text Placeholder 3"/>
          <p:cNvSpPr>
            <a:spLocks noGrp="1"/>
          </p:cNvSpPr>
          <p:nvPr>
            <p:ph type="body" sz="half" idx="2"/>
          </p:nvPr>
        </p:nvSpPr>
        <p:spPr>
          <a:xfrm>
            <a:off x="856023" y="4657655"/>
            <a:ext cx="7428379" cy="1140644"/>
          </a:xfrm>
        </p:spPr>
        <p:txBody>
          <a:bodyPr anchor="t">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Date Placeholder 4"/>
          <p:cNvSpPr>
            <a:spLocks noGrp="1"/>
          </p:cNvSpPr>
          <p:nvPr>
            <p:ph type="dt" sz="half" idx="10"/>
          </p:nvPr>
        </p:nvSpPr>
        <p:spPr/>
        <p:txBody>
          <a:bodyPr/>
          <a:lstStyle/>
          <a:p>
            <a:fld id="{12868C2D-E414-47BF-A801-29641B78902C}" type="datetimeFigureOut">
              <a:rPr lang="es-AR" smtClean="0"/>
              <a:t>3/11/2025</a:t>
            </a:fld>
            <a:endParaRPr lang="es-AR"/>
          </a:p>
        </p:txBody>
      </p:sp>
      <p:sp>
        <p:nvSpPr>
          <p:cNvPr id="6" name="Footer Placeholder 5"/>
          <p:cNvSpPr>
            <a:spLocks noGrp="1"/>
          </p:cNvSpPr>
          <p:nvPr>
            <p:ph type="ftr" sz="quarter" idx="11"/>
          </p:nvPr>
        </p:nvSpPr>
        <p:spPr/>
        <p:txBody>
          <a:bodyPr/>
          <a:lstStyle/>
          <a:p>
            <a:endParaRPr lang="es-AR"/>
          </a:p>
        </p:txBody>
      </p:sp>
      <p:sp>
        <p:nvSpPr>
          <p:cNvPr id="7" name="Slide Number Placeholder 6"/>
          <p:cNvSpPr>
            <a:spLocks noGrp="1"/>
          </p:cNvSpPr>
          <p:nvPr>
            <p:ph type="sldNum" sz="quarter" idx="12"/>
          </p:nvPr>
        </p:nvSpPr>
        <p:spPr/>
        <p:txBody>
          <a:bodyPr/>
          <a:lstStyle/>
          <a:p>
            <a:fld id="{5297BD90-8D7F-42A4-9842-373A5D9BF9A4}" type="slidenum">
              <a:rPr lang="es-AR" smtClean="0"/>
              <a:t>‹Nº›</a:t>
            </a:fld>
            <a:endParaRPr lang="es-AR"/>
          </a:p>
        </p:txBody>
      </p:sp>
    </p:spTree>
    <p:extLst>
      <p:ext uri="{BB962C8B-B14F-4D97-AF65-F5344CB8AC3E}">
        <p14:creationId xmlns:p14="http://schemas.microsoft.com/office/powerpoint/2010/main" val="294989951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Columna 3">
    <p:spTree>
      <p:nvGrpSpPr>
        <p:cNvPr id="1" name=""/>
        <p:cNvGrpSpPr/>
        <p:nvPr/>
      </p:nvGrpSpPr>
      <p:grpSpPr>
        <a:xfrm>
          <a:off x="0" y="0"/>
          <a:ext cx="0" cy="0"/>
          <a:chOff x="0" y="0"/>
          <a:chExt cx="0" cy="0"/>
        </a:xfrm>
      </p:grpSpPr>
      <p:sp>
        <p:nvSpPr>
          <p:cNvPr id="15" name="Title 1"/>
          <p:cNvSpPr>
            <a:spLocks noGrp="1"/>
          </p:cNvSpPr>
          <p:nvPr>
            <p:ph type="title"/>
          </p:nvPr>
        </p:nvSpPr>
        <p:spPr>
          <a:xfrm>
            <a:off x="856060" y="609600"/>
            <a:ext cx="7429499" cy="1905000"/>
          </a:xfrm>
        </p:spPr>
        <p:txBody>
          <a:bodyPr/>
          <a:lstStyle/>
          <a:p>
            <a:r>
              <a:rPr lang="es-ES"/>
              <a:t>Haga clic para modificar el estilo de título del patrón</a:t>
            </a:r>
            <a:endParaRPr lang="en-US" dirty="0"/>
          </a:p>
        </p:txBody>
      </p:sp>
      <p:sp>
        <p:nvSpPr>
          <p:cNvPr id="7" name="Text Placeholder 2"/>
          <p:cNvSpPr>
            <a:spLocks noGrp="1"/>
          </p:cNvSpPr>
          <p:nvPr>
            <p:ph type="body" idx="1"/>
          </p:nvPr>
        </p:nvSpPr>
        <p:spPr>
          <a:xfrm>
            <a:off x="856058" y="2674463"/>
            <a:ext cx="2397674" cy="685800"/>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8" name="Text Placeholder 3"/>
          <p:cNvSpPr>
            <a:spLocks noGrp="1"/>
          </p:cNvSpPr>
          <p:nvPr>
            <p:ph type="body" sz="half" idx="15"/>
          </p:nvPr>
        </p:nvSpPr>
        <p:spPr>
          <a:xfrm>
            <a:off x="856059" y="3360263"/>
            <a:ext cx="2396432"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s-ES"/>
              <a:t>Haga clic para modificar los estilos de texto del patrón</a:t>
            </a:r>
          </a:p>
        </p:txBody>
      </p:sp>
      <p:sp>
        <p:nvSpPr>
          <p:cNvPr id="9" name="Text Placeholder 4"/>
          <p:cNvSpPr>
            <a:spLocks noGrp="1"/>
          </p:cNvSpPr>
          <p:nvPr>
            <p:ph type="body" sz="quarter" idx="3"/>
          </p:nvPr>
        </p:nvSpPr>
        <p:spPr>
          <a:xfrm>
            <a:off x="3386075" y="2677635"/>
            <a:ext cx="2388289" cy="685800"/>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10" name="Text Placeholder 3"/>
          <p:cNvSpPr>
            <a:spLocks noGrp="1"/>
          </p:cNvSpPr>
          <p:nvPr>
            <p:ph type="body" sz="half" idx="16"/>
          </p:nvPr>
        </p:nvSpPr>
        <p:spPr>
          <a:xfrm>
            <a:off x="3386075" y="3363435"/>
            <a:ext cx="2388958"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s-ES"/>
              <a:t>Haga clic para modificar los estilos de texto del patrón</a:t>
            </a:r>
          </a:p>
        </p:txBody>
      </p:sp>
      <p:sp>
        <p:nvSpPr>
          <p:cNvPr id="11" name="Text Placeholder 4"/>
          <p:cNvSpPr>
            <a:spLocks noGrp="1"/>
          </p:cNvSpPr>
          <p:nvPr>
            <p:ph type="body" sz="quarter" idx="13"/>
          </p:nvPr>
        </p:nvSpPr>
        <p:spPr>
          <a:xfrm>
            <a:off x="5889332" y="2674463"/>
            <a:ext cx="2396226" cy="685800"/>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12" name="Text Placeholder 3"/>
          <p:cNvSpPr>
            <a:spLocks noGrp="1"/>
          </p:cNvSpPr>
          <p:nvPr>
            <p:ph type="body" sz="half" idx="17"/>
          </p:nvPr>
        </p:nvSpPr>
        <p:spPr>
          <a:xfrm>
            <a:off x="5889332" y="3360263"/>
            <a:ext cx="2396226"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s-ES"/>
              <a:t>Haga clic para modificar los estilos de texto del patrón</a:t>
            </a:r>
          </a:p>
        </p:txBody>
      </p:sp>
      <p:sp>
        <p:nvSpPr>
          <p:cNvPr id="3" name="Date Placeholder 2"/>
          <p:cNvSpPr>
            <a:spLocks noGrp="1"/>
          </p:cNvSpPr>
          <p:nvPr>
            <p:ph type="dt" sz="half" idx="10"/>
          </p:nvPr>
        </p:nvSpPr>
        <p:spPr/>
        <p:txBody>
          <a:bodyPr/>
          <a:lstStyle/>
          <a:p>
            <a:fld id="{12868C2D-E414-47BF-A801-29641B78902C}" type="datetimeFigureOut">
              <a:rPr lang="es-AR" smtClean="0"/>
              <a:t>3/11/2025</a:t>
            </a:fld>
            <a:endParaRPr lang="es-AR"/>
          </a:p>
        </p:txBody>
      </p:sp>
      <p:sp>
        <p:nvSpPr>
          <p:cNvPr id="4" name="Footer Placeholder 3"/>
          <p:cNvSpPr>
            <a:spLocks noGrp="1"/>
          </p:cNvSpPr>
          <p:nvPr>
            <p:ph type="ftr" sz="quarter" idx="11"/>
          </p:nvPr>
        </p:nvSpPr>
        <p:spPr/>
        <p:txBody>
          <a:bodyPr/>
          <a:lstStyle/>
          <a:p>
            <a:endParaRPr lang="es-AR"/>
          </a:p>
        </p:txBody>
      </p:sp>
      <p:sp>
        <p:nvSpPr>
          <p:cNvPr id="5" name="Slide Number Placeholder 4"/>
          <p:cNvSpPr>
            <a:spLocks noGrp="1"/>
          </p:cNvSpPr>
          <p:nvPr>
            <p:ph type="sldNum" sz="quarter" idx="12"/>
          </p:nvPr>
        </p:nvSpPr>
        <p:spPr/>
        <p:txBody>
          <a:bodyPr/>
          <a:lstStyle/>
          <a:p>
            <a:fld id="{5297BD90-8D7F-42A4-9842-373A5D9BF9A4}" type="slidenum">
              <a:rPr lang="es-AR" smtClean="0"/>
              <a:t>‹Nº›</a:t>
            </a:fld>
            <a:endParaRPr lang="es-AR"/>
          </a:p>
        </p:txBody>
      </p:sp>
    </p:spTree>
    <p:extLst>
      <p:ext uri="{BB962C8B-B14F-4D97-AF65-F5344CB8AC3E}">
        <p14:creationId xmlns:p14="http://schemas.microsoft.com/office/powerpoint/2010/main" val="2380576384"/>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Columna de imagen 3">
    <p:spTree>
      <p:nvGrpSpPr>
        <p:cNvPr id="1" name=""/>
        <p:cNvGrpSpPr/>
        <p:nvPr/>
      </p:nvGrpSpPr>
      <p:grpSpPr>
        <a:xfrm>
          <a:off x="0" y="0"/>
          <a:ext cx="0" cy="0"/>
          <a:chOff x="0" y="0"/>
          <a:chExt cx="0" cy="0"/>
        </a:xfrm>
      </p:grpSpPr>
      <p:sp>
        <p:nvSpPr>
          <p:cNvPr id="30" name="Title 1"/>
          <p:cNvSpPr>
            <a:spLocks noGrp="1"/>
          </p:cNvSpPr>
          <p:nvPr>
            <p:ph type="title"/>
          </p:nvPr>
        </p:nvSpPr>
        <p:spPr>
          <a:xfrm>
            <a:off x="856059" y="609600"/>
            <a:ext cx="7429499" cy="1905000"/>
          </a:xfrm>
        </p:spPr>
        <p:txBody>
          <a:bodyPr/>
          <a:lstStyle/>
          <a:p>
            <a:r>
              <a:rPr lang="es-ES"/>
              <a:t>Haga clic para modificar el estilo de título del patrón</a:t>
            </a:r>
            <a:endParaRPr lang="en-US" dirty="0"/>
          </a:p>
        </p:txBody>
      </p:sp>
      <p:sp>
        <p:nvSpPr>
          <p:cNvPr id="19" name="Text Placeholder 2"/>
          <p:cNvSpPr>
            <a:spLocks noGrp="1"/>
          </p:cNvSpPr>
          <p:nvPr>
            <p:ph type="body" idx="1"/>
          </p:nvPr>
        </p:nvSpPr>
        <p:spPr>
          <a:xfrm>
            <a:off x="856060" y="4404596"/>
            <a:ext cx="2396430"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20" name="Picture Placeholder 2"/>
          <p:cNvSpPr>
            <a:spLocks noGrp="1" noChangeAspect="1"/>
          </p:cNvSpPr>
          <p:nvPr>
            <p:ph type="pic" idx="15"/>
          </p:nvPr>
        </p:nvSpPr>
        <p:spPr>
          <a:xfrm>
            <a:off x="856060" y="2666998"/>
            <a:ext cx="2396430"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1800" dirty="0"/>
            </a:lvl1pPr>
          </a:lstStyle>
          <a:p>
            <a:pPr marL="0" lvl="0" indent="0">
              <a:buNone/>
            </a:pPr>
            <a:r>
              <a:rPr lang="es-ES"/>
              <a:t>Haga clic en el icono para agregar una imagen</a:t>
            </a:r>
            <a:endParaRPr lang="en-US" dirty="0"/>
          </a:p>
        </p:txBody>
      </p:sp>
      <p:sp>
        <p:nvSpPr>
          <p:cNvPr id="21" name="Text Placeholder 3"/>
          <p:cNvSpPr>
            <a:spLocks noGrp="1"/>
          </p:cNvSpPr>
          <p:nvPr>
            <p:ph type="body" sz="half" idx="18"/>
          </p:nvPr>
        </p:nvSpPr>
        <p:spPr>
          <a:xfrm>
            <a:off x="856060" y="4980859"/>
            <a:ext cx="2396430" cy="817843"/>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s-ES"/>
              <a:t>Haga clic para modificar los estilos de texto del patrón</a:t>
            </a:r>
          </a:p>
        </p:txBody>
      </p:sp>
      <p:sp>
        <p:nvSpPr>
          <p:cNvPr id="22" name="Text Placeholder 4"/>
          <p:cNvSpPr>
            <a:spLocks noGrp="1"/>
          </p:cNvSpPr>
          <p:nvPr>
            <p:ph type="body" sz="quarter" idx="3"/>
          </p:nvPr>
        </p:nvSpPr>
        <p:spPr>
          <a:xfrm>
            <a:off x="3366790" y="4404596"/>
            <a:ext cx="2400300"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23" name="Picture Placeholder 2"/>
          <p:cNvSpPr>
            <a:spLocks noGrp="1" noChangeAspect="1"/>
          </p:cNvSpPr>
          <p:nvPr>
            <p:ph type="pic" idx="21"/>
          </p:nvPr>
        </p:nvSpPr>
        <p:spPr>
          <a:xfrm>
            <a:off x="3366790" y="2666998"/>
            <a:ext cx="2399205"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1800" dirty="0"/>
            </a:lvl1pPr>
          </a:lstStyle>
          <a:p>
            <a:pPr marL="0" lvl="0" indent="0">
              <a:buNone/>
            </a:pPr>
            <a:r>
              <a:rPr lang="es-ES"/>
              <a:t>Haga clic en el icono para agregar una imagen</a:t>
            </a:r>
            <a:endParaRPr lang="en-US" dirty="0"/>
          </a:p>
        </p:txBody>
      </p:sp>
      <p:sp>
        <p:nvSpPr>
          <p:cNvPr id="24" name="Text Placeholder 3"/>
          <p:cNvSpPr>
            <a:spLocks noGrp="1"/>
          </p:cNvSpPr>
          <p:nvPr>
            <p:ph type="body" sz="half" idx="19"/>
          </p:nvPr>
        </p:nvSpPr>
        <p:spPr>
          <a:xfrm>
            <a:off x="3365695" y="4980857"/>
            <a:ext cx="2400300" cy="810342"/>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s-ES"/>
              <a:t>Haga clic para modificar los estilos de texto del patrón</a:t>
            </a:r>
          </a:p>
        </p:txBody>
      </p:sp>
      <p:sp>
        <p:nvSpPr>
          <p:cNvPr id="25" name="Text Placeholder 4"/>
          <p:cNvSpPr>
            <a:spLocks noGrp="1"/>
          </p:cNvSpPr>
          <p:nvPr>
            <p:ph type="body" sz="quarter" idx="13"/>
          </p:nvPr>
        </p:nvSpPr>
        <p:spPr>
          <a:xfrm>
            <a:off x="5889426" y="4404595"/>
            <a:ext cx="2393056"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26" name="Picture Placeholder 2"/>
          <p:cNvSpPr>
            <a:spLocks noGrp="1" noChangeAspect="1"/>
          </p:cNvSpPr>
          <p:nvPr>
            <p:ph type="pic" idx="22"/>
          </p:nvPr>
        </p:nvSpPr>
        <p:spPr>
          <a:xfrm>
            <a:off x="5889332" y="2666998"/>
            <a:ext cx="2396227"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1800" dirty="0"/>
            </a:lvl1pPr>
          </a:lstStyle>
          <a:p>
            <a:pPr marL="0" lvl="0" indent="0">
              <a:buNone/>
            </a:pPr>
            <a:r>
              <a:rPr lang="es-ES"/>
              <a:t>Haga clic en el icono para agregar una imagen</a:t>
            </a:r>
            <a:endParaRPr lang="en-US" dirty="0"/>
          </a:p>
        </p:txBody>
      </p:sp>
      <p:sp>
        <p:nvSpPr>
          <p:cNvPr id="27" name="Text Placeholder 3"/>
          <p:cNvSpPr>
            <a:spLocks noGrp="1"/>
          </p:cNvSpPr>
          <p:nvPr>
            <p:ph type="body" sz="half" idx="20"/>
          </p:nvPr>
        </p:nvSpPr>
        <p:spPr>
          <a:xfrm>
            <a:off x="5889332" y="4980855"/>
            <a:ext cx="2396226" cy="810345"/>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s-ES"/>
              <a:t>Haga clic para modificar los estilos de texto del patrón</a:t>
            </a:r>
          </a:p>
        </p:txBody>
      </p:sp>
      <p:sp>
        <p:nvSpPr>
          <p:cNvPr id="3" name="Date Placeholder 2"/>
          <p:cNvSpPr>
            <a:spLocks noGrp="1"/>
          </p:cNvSpPr>
          <p:nvPr>
            <p:ph type="dt" sz="half" idx="10"/>
          </p:nvPr>
        </p:nvSpPr>
        <p:spPr/>
        <p:txBody>
          <a:bodyPr/>
          <a:lstStyle/>
          <a:p>
            <a:fld id="{12868C2D-E414-47BF-A801-29641B78902C}" type="datetimeFigureOut">
              <a:rPr lang="es-AR" smtClean="0"/>
              <a:t>3/11/2025</a:t>
            </a:fld>
            <a:endParaRPr lang="es-AR"/>
          </a:p>
        </p:txBody>
      </p:sp>
      <p:sp>
        <p:nvSpPr>
          <p:cNvPr id="4" name="Footer Placeholder 3"/>
          <p:cNvSpPr>
            <a:spLocks noGrp="1"/>
          </p:cNvSpPr>
          <p:nvPr>
            <p:ph type="ftr" sz="quarter" idx="11"/>
          </p:nvPr>
        </p:nvSpPr>
        <p:spPr/>
        <p:txBody>
          <a:bodyPr/>
          <a:lstStyle>
            <a:lvl1pPr>
              <a:defRPr cap="all" baseline="0"/>
            </a:lvl1pPr>
          </a:lstStyle>
          <a:p>
            <a:endParaRPr lang="es-AR"/>
          </a:p>
        </p:txBody>
      </p:sp>
      <p:sp>
        <p:nvSpPr>
          <p:cNvPr id="5" name="Slide Number Placeholder 4"/>
          <p:cNvSpPr>
            <a:spLocks noGrp="1"/>
          </p:cNvSpPr>
          <p:nvPr>
            <p:ph type="sldNum" sz="quarter" idx="12"/>
          </p:nvPr>
        </p:nvSpPr>
        <p:spPr/>
        <p:txBody>
          <a:bodyPr/>
          <a:lstStyle/>
          <a:p>
            <a:fld id="{5297BD90-8D7F-42A4-9842-373A5D9BF9A4}" type="slidenum">
              <a:rPr lang="es-AR" smtClean="0"/>
              <a:t>‹Nº›</a:t>
            </a:fld>
            <a:endParaRPr lang="es-AR"/>
          </a:p>
        </p:txBody>
      </p:sp>
    </p:spTree>
    <p:extLst>
      <p:ext uri="{BB962C8B-B14F-4D97-AF65-F5344CB8AC3E}">
        <p14:creationId xmlns:p14="http://schemas.microsoft.com/office/powerpoint/2010/main" val="271830486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a:t>Haga clic para modificar el estilo de título del patrón</a:t>
            </a:r>
            <a:endParaRPr lang="en-US" dirty="0"/>
          </a:p>
        </p:txBody>
      </p:sp>
      <p:sp>
        <p:nvSpPr>
          <p:cNvPr id="3" name="Vertical Text Placeholder 2"/>
          <p:cNvSpPr>
            <a:spLocks noGrp="1"/>
          </p:cNvSpPr>
          <p:nvPr>
            <p:ph type="body" orient="vert" idx="1"/>
          </p:nvPr>
        </p:nvSpPr>
        <p:spPr/>
        <p:txBody>
          <a:bodyPr vert="eaVert" ancho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10"/>
          </p:nvPr>
        </p:nvSpPr>
        <p:spPr/>
        <p:txBody>
          <a:bodyPr/>
          <a:lstStyle/>
          <a:p>
            <a:fld id="{12868C2D-E414-47BF-A801-29641B78902C}" type="datetimeFigureOut">
              <a:rPr lang="es-AR" smtClean="0"/>
              <a:t>3/11/2025</a:t>
            </a:fld>
            <a:endParaRPr lang="es-AR"/>
          </a:p>
        </p:txBody>
      </p:sp>
      <p:sp>
        <p:nvSpPr>
          <p:cNvPr id="5" name="Footer Placeholder 4"/>
          <p:cNvSpPr>
            <a:spLocks noGrp="1"/>
          </p:cNvSpPr>
          <p:nvPr>
            <p:ph type="ftr" sz="quarter" idx="11"/>
          </p:nvPr>
        </p:nvSpPr>
        <p:spPr/>
        <p:txBody>
          <a:bodyPr/>
          <a:lstStyle/>
          <a:p>
            <a:endParaRPr lang="es-AR"/>
          </a:p>
        </p:txBody>
      </p:sp>
      <p:sp>
        <p:nvSpPr>
          <p:cNvPr id="6" name="Slide Number Placeholder 5"/>
          <p:cNvSpPr>
            <a:spLocks noGrp="1"/>
          </p:cNvSpPr>
          <p:nvPr>
            <p:ph type="sldNum" sz="quarter" idx="12"/>
          </p:nvPr>
        </p:nvSpPr>
        <p:spPr/>
        <p:txBody>
          <a:bodyPr/>
          <a:lstStyle/>
          <a:p>
            <a:fld id="{5297BD90-8D7F-42A4-9842-373A5D9BF9A4}" type="slidenum">
              <a:rPr lang="es-AR" smtClean="0"/>
              <a:t>‹Nº›</a:t>
            </a:fld>
            <a:endParaRPr lang="es-AR"/>
          </a:p>
        </p:txBody>
      </p:sp>
    </p:spTree>
    <p:extLst>
      <p:ext uri="{BB962C8B-B14F-4D97-AF65-F5344CB8AC3E}">
        <p14:creationId xmlns:p14="http://schemas.microsoft.com/office/powerpoint/2010/main" val="390189778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781801" y="609600"/>
            <a:ext cx="1503758" cy="5181601"/>
          </a:xfrm>
        </p:spPr>
        <p:txBody>
          <a:bodyPr vert="eaVert"/>
          <a:lstStyle/>
          <a:p>
            <a:r>
              <a:rPr lang="es-ES"/>
              <a:t>Haga clic para modificar el estilo de título del patrón</a:t>
            </a:r>
            <a:endParaRPr lang="en-US" dirty="0"/>
          </a:p>
        </p:txBody>
      </p:sp>
      <p:sp>
        <p:nvSpPr>
          <p:cNvPr id="3" name="Vertical Text Placeholder 2"/>
          <p:cNvSpPr>
            <a:spLocks noGrp="1"/>
          </p:cNvSpPr>
          <p:nvPr>
            <p:ph type="body" orient="vert" idx="1"/>
          </p:nvPr>
        </p:nvSpPr>
        <p:spPr>
          <a:xfrm>
            <a:off x="856057" y="609600"/>
            <a:ext cx="5811443" cy="5181601"/>
          </a:xfrm>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10"/>
          </p:nvPr>
        </p:nvSpPr>
        <p:spPr/>
        <p:txBody>
          <a:bodyPr/>
          <a:lstStyle/>
          <a:p>
            <a:fld id="{12868C2D-E414-47BF-A801-29641B78902C}" type="datetimeFigureOut">
              <a:rPr lang="es-AR" smtClean="0"/>
              <a:t>3/11/2025</a:t>
            </a:fld>
            <a:endParaRPr lang="es-AR"/>
          </a:p>
        </p:txBody>
      </p:sp>
      <p:sp>
        <p:nvSpPr>
          <p:cNvPr id="5" name="Footer Placeholder 4"/>
          <p:cNvSpPr>
            <a:spLocks noGrp="1"/>
          </p:cNvSpPr>
          <p:nvPr>
            <p:ph type="ftr" sz="quarter" idx="11"/>
          </p:nvPr>
        </p:nvSpPr>
        <p:spPr/>
        <p:txBody>
          <a:bodyPr/>
          <a:lstStyle/>
          <a:p>
            <a:endParaRPr lang="es-AR"/>
          </a:p>
        </p:txBody>
      </p:sp>
      <p:sp>
        <p:nvSpPr>
          <p:cNvPr id="6" name="Slide Number Placeholder 5"/>
          <p:cNvSpPr>
            <a:spLocks noGrp="1"/>
          </p:cNvSpPr>
          <p:nvPr>
            <p:ph type="sldNum" sz="quarter" idx="12"/>
          </p:nvPr>
        </p:nvSpPr>
        <p:spPr/>
        <p:txBody>
          <a:bodyPr/>
          <a:lstStyle/>
          <a:p>
            <a:fld id="{5297BD90-8D7F-42A4-9842-373A5D9BF9A4}" type="slidenum">
              <a:rPr lang="es-AR" smtClean="0"/>
              <a:t>‹Nº›</a:t>
            </a:fld>
            <a:endParaRPr lang="es-AR"/>
          </a:p>
        </p:txBody>
      </p:sp>
    </p:spTree>
    <p:extLst>
      <p:ext uri="{BB962C8B-B14F-4D97-AF65-F5344CB8AC3E}">
        <p14:creationId xmlns:p14="http://schemas.microsoft.com/office/powerpoint/2010/main" val="381096414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image" Target="../media/image2.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pic>
        <p:nvPicPr>
          <p:cNvPr id="7" name="Picture 2" descr="\\DROBO-FS\QuickDrops\JB\PPTX NG\Droplets\LightingOverlay.png"/>
          <p:cNvPicPr>
            <a:picLocks noChangeAspect="1" noChangeArrowheads="1"/>
          </p:cNvPicPr>
          <p:nvPr/>
        </p:nvPicPr>
        <p:blipFill>
          <a:blip r:embed="rId19">
            <a:alphaModFix amt="30000"/>
            <a:duotone>
              <a:schemeClr val="bg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1" y="-1"/>
            <a:ext cx="9144002" cy="6858001"/>
          </a:xfrm>
          <a:prstGeom prst="rect">
            <a:avLst/>
          </a:prstGeom>
          <a:noFill/>
          <a:extLst>
            <a:ext uri="{909E8E84-426E-40dd-AFC4-6F175D3DCCD1}">
              <a14:hiddenFill xmlns="" xmlns:a14="http://schemas.microsoft.com/office/drawing/2010/main">
                <a:solidFill>
                  <a:srgbClr val="FFFFFF"/>
                </a:solidFill>
              </a14:hiddenFill>
            </a:ext>
          </a:extLst>
        </p:spPr>
      </p:pic>
      <p:grpSp>
        <p:nvGrpSpPr>
          <p:cNvPr id="8" name="Group 7"/>
          <p:cNvGrpSpPr/>
          <p:nvPr/>
        </p:nvGrpSpPr>
        <p:grpSpPr>
          <a:xfrm>
            <a:off x="-14288" y="0"/>
            <a:ext cx="9041774" cy="6858001"/>
            <a:chOff x="-14288" y="0"/>
            <a:chExt cx="9041774" cy="6858001"/>
          </a:xfrm>
        </p:grpSpPr>
        <p:grpSp>
          <p:nvGrpSpPr>
            <p:cNvPr id="9" name="Group 8"/>
            <p:cNvGrpSpPr/>
            <p:nvPr/>
          </p:nvGrpSpPr>
          <p:grpSpPr>
            <a:xfrm>
              <a:off x="-14288" y="0"/>
              <a:ext cx="1220788" cy="6858001"/>
              <a:chOff x="-14288" y="0"/>
              <a:chExt cx="1220788" cy="6858001"/>
            </a:xfrm>
            <a:gradFill flip="none" rotWithShape="1">
              <a:gsLst>
                <a:gs pos="0">
                  <a:schemeClr val="tx2"/>
                </a:gs>
                <a:gs pos="100000">
                  <a:schemeClr val="bg2">
                    <a:lumMod val="60000"/>
                    <a:lumOff val="40000"/>
                  </a:schemeClr>
                </a:gs>
              </a:gsLst>
              <a:lin ang="5400000" scaled="0"/>
              <a:tileRect/>
            </a:gradFill>
          </p:grpSpPr>
          <p:sp>
            <p:nvSpPr>
              <p:cNvPr id="21" name="Rectangle 5"/>
              <p:cNvSpPr>
                <a:spLocks noChangeArrowheads="1"/>
              </p:cNvSpPr>
              <p:nvPr/>
            </p:nvSpPr>
            <p:spPr bwMode="auto">
              <a:xfrm>
                <a:off x="114300" y="4763"/>
                <a:ext cx="23813" cy="2181225"/>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txBody>
              <a:bodyPr/>
              <a:lstStyle/>
              <a:p>
                <a:endParaRPr lang="es-AR"/>
              </a:p>
            </p:txBody>
          </p:sp>
          <p:sp>
            <p:nvSpPr>
              <p:cNvPr id="22" name="Freeform 6"/>
              <p:cNvSpPr>
                <a:spLocks noEditPoints="1"/>
              </p:cNvSpPr>
              <p:nvPr/>
            </p:nvSpPr>
            <p:spPr bwMode="auto">
              <a:xfrm>
                <a:off x="33337"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s-AR"/>
              </a:p>
            </p:txBody>
          </p:sp>
          <p:sp>
            <p:nvSpPr>
              <p:cNvPr id="23" name="Freeform 7"/>
              <p:cNvSpPr>
                <a:spLocks noEditPoints="1"/>
              </p:cNvSpPr>
              <p:nvPr/>
            </p:nvSpPr>
            <p:spPr bwMode="auto">
              <a:xfrm>
                <a:off x="28575"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s-AR"/>
              </a:p>
            </p:txBody>
          </p:sp>
          <p:sp>
            <p:nvSpPr>
              <p:cNvPr id="24" name="Freeform 8"/>
              <p:cNvSpPr/>
              <p:nvPr/>
            </p:nvSpPr>
            <p:spPr bwMode="auto">
              <a:xfrm>
                <a:off x="200025" y="4763"/>
                <a:ext cx="369888" cy="1811338"/>
              </a:xfrm>
              <a:custGeom>
                <a:avLst/>
                <a:gdLst/>
                <a:ahLst/>
                <a:cxnLst/>
                <a:rect l="0" t="0" r="r" b="b"/>
                <a:pathLst>
                  <a:path w="233" h="1141">
                    <a:moveTo>
                      <a:pt x="218" y="1141"/>
                    </a:moveTo>
                    <a:lnTo>
                      <a:pt x="0" y="626"/>
                    </a:lnTo>
                    <a:lnTo>
                      <a:pt x="0" y="0"/>
                    </a:lnTo>
                    <a:lnTo>
                      <a:pt x="15" y="0"/>
                    </a:lnTo>
                    <a:lnTo>
                      <a:pt x="15" y="623"/>
                    </a:lnTo>
                    <a:lnTo>
                      <a:pt x="233" y="1135"/>
                    </a:lnTo>
                    <a:lnTo>
                      <a:pt x="218" y="1141"/>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s-AR"/>
              </a:p>
            </p:txBody>
          </p:sp>
          <p:sp>
            <p:nvSpPr>
              <p:cNvPr id="25" name="Freeform 9"/>
              <p:cNvSpPr>
                <a:spLocks noEditPoints="1"/>
              </p:cNvSpPr>
              <p:nvPr/>
            </p:nvSpPr>
            <p:spPr bwMode="auto">
              <a:xfrm>
                <a:off x="503237" y="1801813"/>
                <a:ext cx="190500" cy="188913"/>
              </a:xfrm>
              <a:custGeom>
                <a:avLst/>
                <a:gdLst/>
                <a:ahLst/>
                <a:cxnLst/>
                <a:rect l="0" t="0" r="r" b="b"/>
                <a:pathLst>
                  <a:path w="40" h="40">
                    <a:moveTo>
                      <a:pt x="20" y="40"/>
                    </a:moveTo>
                    <a:cubicBezTo>
                      <a:pt x="9" y="40"/>
                      <a:pt x="0" y="31"/>
                      <a:pt x="0" y="20"/>
                    </a:cubicBezTo>
                    <a:cubicBezTo>
                      <a:pt x="0" y="9"/>
                      <a:pt x="9" y="0"/>
                      <a:pt x="20" y="0"/>
                    </a:cubicBezTo>
                    <a:cubicBezTo>
                      <a:pt x="33" y="0"/>
                      <a:pt x="40" y="6"/>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9"/>
                      <a:pt x="31"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s-AR"/>
              </a:p>
            </p:txBody>
          </p:sp>
          <p:sp>
            <p:nvSpPr>
              <p:cNvPr id="26" name="Freeform 10"/>
              <p:cNvSpPr/>
              <p:nvPr/>
            </p:nvSpPr>
            <p:spPr bwMode="auto">
              <a:xfrm>
                <a:off x="285750" y="4763"/>
                <a:ext cx="369888" cy="1430338"/>
              </a:xfrm>
              <a:custGeom>
                <a:avLst/>
                <a:gdLst/>
                <a:ahLst/>
                <a:cxnLst/>
                <a:rect l="0" t="0" r="r" b="b"/>
                <a:pathLst>
                  <a:path w="233" h="901">
                    <a:moveTo>
                      <a:pt x="221" y="901"/>
                    </a:moveTo>
                    <a:lnTo>
                      <a:pt x="0" y="383"/>
                    </a:lnTo>
                    <a:lnTo>
                      <a:pt x="0" y="0"/>
                    </a:lnTo>
                    <a:lnTo>
                      <a:pt x="18" y="0"/>
                    </a:lnTo>
                    <a:lnTo>
                      <a:pt x="18" y="380"/>
                    </a:lnTo>
                    <a:lnTo>
                      <a:pt x="233" y="895"/>
                    </a:lnTo>
                    <a:lnTo>
                      <a:pt x="221" y="901"/>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s-AR"/>
              </a:p>
            </p:txBody>
          </p:sp>
          <p:sp>
            <p:nvSpPr>
              <p:cNvPr id="27" name="Freeform 11"/>
              <p:cNvSpPr/>
              <p:nvPr/>
            </p:nvSpPr>
            <p:spPr bwMode="auto">
              <a:xfrm>
                <a:off x="546100"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s-AR"/>
              </a:p>
            </p:txBody>
          </p:sp>
          <p:sp>
            <p:nvSpPr>
              <p:cNvPr id="28" name="Freeform 12"/>
              <p:cNvSpPr>
                <a:spLocks noEditPoints="1"/>
              </p:cNvSpPr>
              <p:nvPr/>
            </p:nvSpPr>
            <p:spPr bwMode="auto">
              <a:xfrm>
                <a:off x="588962" y="1420813"/>
                <a:ext cx="190500" cy="190500"/>
              </a:xfrm>
              <a:custGeom>
                <a:avLst/>
                <a:gdLst/>
                <a:ahLst/>
                <a:cxnLst/>
                <a:rect l="0" t="0" r="r" b="b"/>
                <a:pathLst>
                  <a:path w="40" h="40">
                    <a:moveTo>
                      <a:pt x="20" y="40"/>
                    </a:moveTo>
                    <a:cubicBezTo>
                      <a:pt x="9" y="40"/>
                      <a:pt x="0" y="31"/>
                      <a:pt x="0" y="20"/>
                    </a:cubicBezTo>
                    <a:cubicBezTo>
                      <a:pt x="0" y="9"/>
                      <a:pt x="9" y="0"/>
                      <a:pt x="20" y="0"/>
                    </a:cubicBezTo>
                    <a:cubicBezTo>
                      <a:pt x="33" y="0"/>
                      <a:pt x="40" y="7"/>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9"/>
                      <a:pt x="31"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s-AR"/>
              </a:p>
            </p:txBody>
          </p:sp>
          <p:sp>
            <p:nvSpPr>
              <p:cNvPr id="29" name="Freeform 13"/>
              <p:cNvSpPr>
                <a:spLocks noEditPoints="1"/>
              </p:cNvSpPr>
              <p:nvPr/>
            </p:nvSpPr>
            <p:spPr bwMode="auto">
              <a:xfrm>
                <a:off x="588962"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s-AR"/>
              </a:p>
            </p:txBody>
          </p:sp>
          <p:sp>
            <p:nvSpPr>
              <p:cNvPr id="30" name="Freeform 14"/>
              <p:cNvSpPr/>
              <p:nvPr/>
            </p:nvSpPr>
            <p:spPr bwMode="auto">
              <a:xfrm>
                <a:off x="641350" y="0"/>
                <a:ext cx="422275" cy="527050"/>
              </a:xfrm>
              <a:custGeom>
                <a:avLst/>
                <a:gdLst/>
                <a:ahLst/>
                <a:cxnLst/>
                <a:rect l="0" t="0" r="r" b="b"/>
                <a:pathLst>
                  <a:path w="266" h="332">
                    <a:moveTo>
                      <a:pt x="257" y="332"/>
                    </a:moveTo>
                    <a:lnTo>
                      <a:pt x="48" y="123"/>
                    </a:lnTo>
                    <a:lnTo>
                      <a:pt x="0" y="6"/>
                    </a:lnTo>
                    <a:lnTo>
                      <a:pt x="15" y="0"/>
                    </a:lnTo>
                    <a:lnTo>
                      <a:pt x="63" y="114"/>
                    </a:lnTo>
                    <a:lnTo>
                      <a:pt x="266" y="320"/>
                    </a:lnTo>
                    <a:lnTo>
                      <a:pt x="257" y="33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s-AR"/>
              </a:p>
            </p:txBody>
          </p:sp>
          <p:sp>
            <p:nvSpPr>
              <p:cNvPr id="31" name="Freeform 15"/>
              <p:cNvSpPr>
                <a:spLocks noEditPoints="1"/>
              </p:cNvSpPr>
              <p:nvPr/>
            </p:nvSpPr>
            <p:spPr bwMode="auto">
              <a:xfrm>
                <a:off x="1020762"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s-AR"/>
              </a:p>
            </p:txBody>
          </p:sp>
          <p:sp>
            <p:nvSpPr>
              <p:cNvPr id="32" name="Line 16"/>
              <p:cNvSpPr>
                <a:spLocks noChangeShapeType="1"/>
              </p:cNvSpPr>
              <p:nvPr/>
            </p:nvSpPr>
            <p:spPr bwMode="auto">
              <a:xfrm>
                <a:off x="-4763" y="9525"/>
                <a:ext cx="0" cy="0"/>
              </a:xfrm>
              <a:prstGeom prst="line">
                <a:avLst/>
              </a:prstGeom>
              <a:grpFill/>
              <a:ln w="15" cap="flat">
                <a:solidFill>
                  <a:srgbClr val="FFFFFF"/>
                </a:solidFill>
                <a:prstDash val="solid"/>
                <a:miter lim="800000"/>
                <a:headEnd/>
                <a:tailEnd/>
              </a:ln>
            </p:spPr>
            <p:txBody>
              <a:bodyPr/>
              <a:lstStyle/>
              <a:p>
                <a:endParaRPr lang="es-AR"/>
              </a:p>
            </p:txBody>
          </p:sp>
          <p:sp>
            <p:nvSpPr>
              <p:cNvPr id="33" name="Freeform 17"/>
              <p:cNvSpPr/>
              <p:nvPr/>
            </p:nvSpPr>
            <p:spPr bwMode="auto">
              <a:xfrm>
                <a:off x="9525" y="1801813"/>
                <a:ext cx="123825" cy="127000"/>
              </a:xfrm>
              <a:custGeom>
                <a:avLst/>
                <a:gdLst/>
                <a:ahLst/>
                <a:cxnLst/>
                <a:rect l="0" t="0" r="r" b="b"/>
                <a:pathLst>
                  <a:path w="78" h="80">
                    <a:moveTo>
                      <a:pt x="6" y="80"/>
                    </a:moveTo>
                    <a:lnTo>
                      <a:pt x="0" y="71"/>
                    </a:lnTo>
                    <a:lnTo>
                      <a:pt x="69" y="0"/>
                    </a:lnTo>
                    <a:lnTo>
                      <a:pt x="78" y="9"/>
                    </a:lnTo>
                    <a:lnTo>
                      <a:pt x="6" y="80"/>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s-AR"/>
              </a:p>
            </p:txBody>
          </p:sp>
          <p:sp>
            <p:nvSpPr>
              <p:cNvPr id="34" name="Freeform 18"/>
              <p:cNvSpPr/>
              <p:nvPr/>
            </p:nvSpPr>
            <p:spPr bwMode="auto">
              <a:xfrm>
                <a:off x="-9525" y="3549650"/>
                <a:ext cx="147638" cy="481013"/>
              </a:xfrm>
              <a:custGeom>
                <a:avLst/>
                <a:gdLst/>
                <a:ahLst/>
                <a:cxnLst/>
                <a:rect l="0" t="0" r="r" b="b"/>
                <a:pathLst>
                  <a:path w="93" h="303">
                    <a:moveTo>
                      <a:pt x="93" y="303"/>
                    </a:moveTo>
                    <a:lnTo>
                      <a:pt x="78" y="303"/>
                    </a:lnTo>
                    <a:lnTo>
                      <a:pt x="78" y="78"/>
                    </a:lnTo>
                    <a:lnTo>
                      <a:pt x="0" y="12"/>
                    </a:lnTo>
                    <a:lnTo>
                      <a:pt x="12" y="0"/>
                    </a:lnTo>
                    <a:lnTo>
                      <a:pt x="93" y="69"/>
                    </a:lnTo>
                    <a:lnTo>
                      <a:pt x="93" y="303"/>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s-AR"/>
              </a:p>
            </p:txBody>
          </p:sp>
          <p:sp>
            <p:nvSpPr>
              <p:cNvPr id="35" name="Freeform 19"/>
              <p:cNvSpPr/>
              <p:nvPr/>
            </p:nvSpPr>
            <p:spPr bwMode="auto">
              <a:xfrm>
                <a:off x="128587"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s-AR"/>
              </a:p>
            </p:txBody>
          </p:sp>
          <p:sp>
            <p:nvSpPr>
              <p:cNvPr id="36" name="Freeform 20"/>
              <p:cNvSpPr>
                <a:spLocks noEditPoints="1"/>
              </p:cNvSpPr>
              <p:nvPr/>
            </p:nvSpPr>
            <p:spPr bwMode="auto">
              <a:xfrm>
                <a:off x="204787" y="1849438"/>
                <a:ext cx="114300" cy="107950"/>
              </a:xfrm>
              <a:custGeom>
                <a:avLst/>
                <a:gdLst/>
                <a:ahLst/>
                <a:cxnLst/>
                <a:rect l="0" t="0" r="r" b="b"/>
                <a:pathLst>
                  <a:path w="24" h="23">
                    <a:moveTo>
                      <a:pt x="12" y="23"/>
                    </a:moveTo>
                    <a:cubicBezTo>
                      <a:pt x="6" y="23"/>
                      <a:pt x="0" y="18"/>
                      <a:pt x="0" y="12"/>
                    </a:cubicBezTo>
                    <a:cubicBezTo>
                      <a:pt x="0" y="5"/>
                      <a:pt x="6" y="0"/>
                      <a:pt x="12" y="0"/>
                    </a:cubicBezTo>
                    <a:cubicBezTo>
                      <a:pt x="18" y="0"/>
                      <a:pt x="24" y="5"/>
                      <a:pt x="24" y="12"/>
                    </a:cubicBezTo>
                    <a:cubicBezTo>
                      <a:pt x="24" y="18"/>
                      <a:pt x="18" y="23"/>
                      <a:pt x="12" y="23"/>
                    </a:cubicBezTo>
                    <a:close/>
                    <a:moveTo>
                      <a:pt x="12" y="4"/>
                    </a:moveTo>
                    <a:cubicBezTo>
                      <a:pt x="8" y="4"/>
                      <a:pt x="4" y="8"/>
                      <a:pt x="4" y="12"/>
                    </a:cubicBezTo>
                    <a:cubicBezTo>
                      <a:pt x="4" y="16"/>
                      <a:pt x="8" y="19"/>
                      <a:pt x="12" y="19"/>
                    </a:cubicBezTo>
                    <a:cubicBezTo>
                      <a:pt x="16" y="19"/>
                      <a:pt x="20" y="16"/>
                      <a:pt x="20" y="12"/>
                    </a:cubicBezTo>
                    <a:cubicBezTo>
                      <a:pt x="20" y="8"/>
                      <a:pt x="16" y="4"/>
                      <a:pt x="12"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s-AR"/>
              </a:p>
            </p:txBody>
          </p:sp>
          <p:sp>
            <p:nvSpPr>
              <p:cNvPr id="37" name="Rectangle 21"/>
              <p:cNvSpPr>
                <a:spLocks noChangeArrowheads="1"/>
              </p:cNvSpPr>
              <p:nvPr/>
            </p:nvSpPr>
            <p:spPr bwMode="auto">
              <a:xfrm>
                <a:off x="133350" y="4662488"/>
                <a:ext cx="23813" cy="2181225"/>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txBody>
              <a:bodyPr/>
              <a:lstStyle/>
              <a:p>
                <a:endParaRPr lang="es-AR"/>
              </a:p>
            </p:txBody>
          </p:sp>
          <p:sp>
            <p:nvSpPr>
              <p:cNvPr id="38" name="Freeform 22"/>
              <p:cNvSpPr/>
              <p:nvPr/>
            </p:nvSpPr>
            <p:spPr bwMode="auto">
              <a:xfrm>
                <a:off x="223837" y="5041900"/>
                <a:ext cx="369888" cy="1801813"/>
              </a:xfrm>
              <a:custGeom>
                <a:avLst/>
                <a:gdLst/>
                <a:ahLst/>
                <a:cxnLst/>
                <a:rect l="0" t="0" r="r" b="b"/>
                <a:pathLst>
                  <a:path w="233" h="1135">
                    <a:moveTo>
                      <a:pt x="15" y="1135"/>
                    </a:moveTo>
                    <a:lnTo>
                      <a:pt x="0" y="1135"/>
                    </a:lnTo>
                    <a:lnTo>
                      <a:pt x="0" y="515"/>
                    </a:lnTo>
                    <a:lnTo>
                      <a:pt x="0" y="512"/>
                    </a:lnTo>
                    <a:lnTo>
                      <a:pt x="218" y="0"/>
                    </a:lnTo>
                    <a:lnTo>
                      <a:pt x="233" y="6"/>
                    </a:lnTo>
                    <a:lnTo>
                      <a:pt x="15" y="518"/>
                    </a:lnTo>
                    <a:lnTo>
                      <a:pt x="15" y="113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s-AR"/>
              </a:p>
            </p:txBody>
          </p:sp>
          <p:sp>
            <p:nvSpPr>
              <p:cNvPr id="39" name="Freeform 23"/>
              <p:cNvSpPr>
                <a:spLocks noEditPoints="1"/>
              </p:cNvSpPr>
              <p:nvPr/>
            </p:nvSpPr>
            <p:spPr bwMode="auto">
              <a:xfrm>
                <a:off x="52387"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s-AR"/>
              </a:p>
            </p:txBody>
          </p:sp>
          <p:sp>
            <p:nvSpPr>
              <p:cNvPr id="40" name="Freeform 24"/>
              <p:cNvSpPr/>
              <p:nvPr/>
            </p:nvSpPr>
            <p:spPr bwMode="auto">
              <a:xfrm>
                <a:off x="-14288" y="5627688"/>
                <a:ext cx="85725" cy="1216025"/>
              </a:xfrm>
              <a:custGeom>
                <a:avLst/>
                <a:gdLst/>
                <a:ahLst/>
                <a:cxnLst/>
                <a:rect l="0" t="0" r="r" b="b"/>
                <a:pathLst>
                  <a:path w="54" h="766">
                    <a:moveTo>
                      <a:pt x="54" y="766"/>
                    </a:moveTo>
                    <a:lnTo>
                      <a:pt x="36" y="766"/>
                    </a:lnTo>
                    <a:lnTo>
                      <a:pt x="36" y="149"/>
                    </a:lnTo>
                    <a:lnTo>
                      <a:pt x="0" y="3"/>
                    </a:lnTo>
                    <a:lnTo>
                      <a:pt x="18" y="0"/>
                    </a:lnTo>
                    <a:lnTo>
                      <a:pt x="54" y="146"/>
                    </a:lnTo>
                    <a:lnTo>
                      <a:pt x="54" y="766"/>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s-AR"/>
              </a:p>
            </p:txBody>
          </p:sp>
          <p:sp>
            <p:nvSpPr>
              <p:cNvPr id="41" name="Freeform 25"/>
              <p:cNvSpPr>
                <a:spLocks noEditPoints="1"/>
              </p:cNvSpPr>
              <p:nvPr/>
            </p:nvSpPr>
            <p:spPr bwMode="auto">
              <a:xfrm>
                <a:off x="527050"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s-AR"/>
              </a:p>
            </p:txBody>
          </p:sp>
          <p:sp>
            <p:nvSpPr>
              <p:cNvPr id="42" name="Freeform 26"/>
              <p:cNvSpPr/>
              <p:nvPr/>
            </p:nvSpPr>
            <p:spPr bwMode="auto">
              <a:xfrm>
                <a:off x="309562" y="5422900"/>
                <a:ext cx="374650" cy="1425575"/>
              </a:xfrm>
              <a:custGeom>
                <a:avLst/>
                <a:gdLst/>
                <a:ahLst/>
                <a:cxnLst/>
                <a:rect l="0" t="0" r="r" b="b"/>
                <a:pathLst>
                  <a:path w="236" h="898">
                    <a:moveTo>
                      <a:pt x="18" y="898"/>
                    </a:moveTo>
                    <a:lnTo>
                      <a:pt x="0" y="898"/>
                    </a:lnTo>
                    <a:lnTo>
                      <a:pt x="0" y="515"/>
                    </a:lnTo>
                    <a:lnTo>
                      <a:pt x="3" y="512"/>
                    </a:lnTo>
                    <a:lnTo>
                      <a:pt x="221" y="0"/>
                    </a:lnTo>
                    <a:lnTo>
                      <a:pt x="236" y="6"/>
                    </a:lnTo>
                    <a:lnTo>
                      <a:pt x="18" y="518"/>
                    </a:lnTo>
                    <a:lnTo>
                      <a:pt x="18" y="898"/>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s-AR"/>
              </a:p>
            </p:txBody>
          </p:sp>
          <p:sp>
            <p:nvSpPr>
              <p:cNvPr id="43" name="Freeform 27"/>
              <p:cNvSpPr/>
              <p:nvPr/>
            </p:nvSpPr>
            <p:spPr bwMode="auto">
              <a:xfrm>
                <a:off x="569912"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s-AR"/>
              </a:p>
            </p:txBody>
          </p:sp>
          <p:sp>
            <p:nvSpPr>
              <p:cNvPr id="44" name="Freeform 28"/>
              <p:cNvSpPr>
                <a:spLocks noEditPoints="1"/>
              </p:cNvSpPr>
              <p:nvPr/>
            </p:nvSpPr>
            <p:spPr bwMode="auto">
              <a:xfrm>
                <a:off x="612775"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s-AR"/>
              </a:p>
            </p:txBody>
          </p:sp>
          <p:sp>
            <p:nvSpPr>
              <p:cNvPr id="45" name="Freeform 29"/>
              <p:cNvSpPr>
                <a:spLocks noEditPoints="1"/>
              </p:cNvSpPr>
              <p:nvPr/>
            </p:nvSpPr>
            <p:spPr bwMode="auto">
              <a:xfrm>
                <a:off x="612775"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s-AR"/>
              </a:p>
            </p:txBody>
          </p:sp>
          <p:sp>
            <p:nvSpPr>
              <p:cNvPr id="46" name="Freeform 30"/>
              <p:cNvSpPr/>
              <p:nvPr/>
            </p:nvSpPr>
            <p:spPr bwMode="auto">
              <a:xfrm>
                <a:off x="669925" y="6330950"/>
                <a:ext cx="417513" cy="517525"/>
              </a:xfrm>
              <a:custGeom>
                <a:avLst/>
                <a:gdLst/>
                <a:ahLst/>
                <a:cxnLst/>
                <a:rect l="0" t="0" r="r" b="b"/>
                <a:pathLst>
                  <a:path w="263" h="326">
                    <a:moveTo>
                      <a:pt x="15" y="326"/>
                    </a:moveTo>
                    <a:lnTo>
                      <a:pt x="0" y="320"/>
                    </a:lnTo>
                    <a:lnTo>
                      <a:pt x="45" y="206"/>
                    </a:lnTo>
                    <a:lnTo>
                      <a:pt x="48" y="206"/>
                    </a:lnTo>
                    <a:lnTo>
                      <a:pt x="254" y="0"/>
                    </a:lnTo>
                    <a:lnTo>
                      <a:pt x="263" y="12"/>
                    </a:lnTo>
                    <a:lnTo>
                      <a:pt x="60" y="215"/>
                    </a:lnTo>
                    <a:lnTo>
                      <a:pt x="15" y="326"/>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s-AR"/>
              </a:p>
            </p:txBody>
          </p:sp>
          <p:sp>
            <p:nvSpPr>
              <p:cNvPr id="47" name="Freeform 31"/>
              <p:cNvSpPr>
                <a:spLocks noEditPoints="1"/>
              </p:cNvSpPr>
              <p:nvPr/>
            </p:nvSpPr>
            <p:spPr bwMode="auto">
              <a:xfrm>
                <a:off x="1049337"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s-AR"/>
              </a:p>
            </p:txBody>
          </p:sp>
        </p:grpSp>
        <p:grpSp>
          <p:nvGrpSpPr>
            <p:cNvPr id="10" name="Group 9"/>
            <p:cNvGrpSpPr/>
            <p:nvPr/>
          </p:nvGrpSpPr>
          <p:grpSpPr>
            <a:xfrm>
              <a:off x="8352798" y="0"/>
              <a:ext cx="674688" cy="6848476"/>
              <a:chOff x="11364912" y="0"/>
              <a:chExt cx="674688" cy="6848476"/>
            </a:xfrm>
            <a:gradFill flip="none" rotWithShape="1">
              <a:gsLst>
                <a:gs pos="0">
                  <a:schemeClr val="tx2">
                    <a:alpha val="80000"/>
                  </a:schemeClr>
                </a:gs>
                <a:gs pos="100000">
                  <a:schemeClr val="bg2">
                    <a:lumMod val="60000"/>
                    <a:lumOff val="40000"/>
                    <a:alpha val="60000"/>
                  </a:schemeClr>
                </a:gs>
              </a:gsLst>
              <a:lin ang="5400000" scaled="0"/>
              <a:tileRect/>
            </a:gradFill>
          </p:grpSpPr>
          <p:sp>
            <p:nvSpPr>
              <p:cNvPr id="11" name="Freeform 32"/>
              <p:cNvSpPr/>
              <p:nvPr/>
            </p:nvSpPr>
            <p:spPr bwMode="auto">
              <a:xfrm>
                <a:off x="11483975" y="0"/>
                <a:ext cx="417513" cy="512763"/>
              </a:xfrm>
              <a:custGeom>
                <a:avLst/>
                <a:gdLst/>
                <a:ahLst/>
                <a:cxnLst/>
                <a:rect l="0" t="0" r="r" b="b"/>
                <a:pathLst>
                  <a:path w="263" h="323">
                    <a:moveTo>
                      <a:pt x="12" y="323"/>
                    </a:moveTo>
                    <a:lnTo>
                      <a:pt x="0" y="314"/>
                    </a:lnTo>
                    <a:lnTo>
                      <a:pt x="203" y="108"/>
                    </a:lnTo>
                    <a:lnTo>
                      <a:pt x="248" y="0"/>
                    </a:lnTo>
                    <a:lnTo>
                      <a:pt x="263" y="6"/>
                    </a:lnTo>
                    <a:lnTo>
                      <a:pt x="218" y="117"/>
                    </a:lnTo>
                    <a:lnTo>
                      <a:pt x="218" y="117"/>
                    </a:lnTo>
                    <a:lnTo>
                      <a:pt x="12" y="323"/>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s-AR"/>
              </a:p>
            </p:txBody>
          </p:sp>
          <p:sp>
            <p:nvSpPr>
              <p:cNvPr id="12" name="Freeform 33"/>
              <p:cNvSpPr>
                <a:spLocks noEditPoints="1"/>
              </p:cNvSpPr>
              <p:nvPr/>
            </p:nvSpPr>
            <p:spPr bwMode="auto">
              <a:xfrm>
                <a:off x="11364912" y="474663"/>
                <a:ext cx="157163" cy="152400"/>
              </a:xfrm>
              <a:custGeom>
                <a:avLst/>
                <a:gdLst/>
                <a:ahLst/>
                <a:cxnLst/>
                <a:rect l="0" t="0" r="r" b="b"/>
                <a:pathLst>
                  <a:path w="33" h="32">
                    <a:moveTo>
                      <a:pt x="17" y="32"/>
                    </a:moveTo>
                    <a:cubicBezTo>
                      <a:pt x="13" y="32"/>
                      <a:pt x="9" y="30"/>
                      <a:pt x="6" y="27"/>
                    </a:cubicBezTo>
                    <a:cubicBezTo>
                      <a:pt x="0" y="21"/>
                      <a:pt x="0" y="11"/>
                      <a:pt x="6" y="5"/>
                    </a:cubicBezTo>
                    <a:cubicBezTo>
                      <a:pt x="9" y="2"/>
                      <a:pt x="13" y="0"/>
                      <a:pt x="17" y="0"/>
                    </a:cubicBezTo>
                    <a:cubicBezTo>
                      <a:pt x="21" y="0"/>
                      <a:pt x="25" y="2"/>
                      <a:pt x="28" y="5"/>
                    </a:cubicBezTo>
                    <a:cubicBezTo>
                      <a:pt x="31" y="8"/>
                      <a:pt x="33" y="12"/>
                      <a:pt x="33" y="16"/>
                    </a:cubicBezTo>
                    <a:cubicBezTo>
                      <a:pt x="33" y="20"/>
                      <a:pt x="31" y="24"/>
                      <a:pt x="28" y="27"/>
                    </a:cubicBezTo>
                    <a:cubicBezTo>
                      <a:pt x="25" y="30"/>
                      <a:pt x="21" y="32"/>
                      <a:pt x="17" y="32"/>
                    </a:cubicBezTo>
                    <a:close/>
                    <a:moveTo>
                      <a:pt x="17" y="4"/>
                    </a:moveTo>
                    <a:cubicBezTo>
                      <a:pt x="14" y="4"/>
                      <a:pt x="11" y="6"/>
                      <a:pt x="9" y="8"/>
                    </a:cubicBezTo>
                    <a:cubicBezTo>
                      <a:pt x="4" y="12"/>
                      <a:pt x="4" y="20"/>
                      <a:pt x="9" y="24"/>
                    </a:cubicBezTo>
                    <a:cubicBezTo>
                      <a:pt x="11" y="27"/>
                      <a:pt x="14" y="28"/>
                      <a:pt x="17" y="28"/>
                    </a:cubicBezTo>
                    <a:cubicBezTo>
                      <a:pt x="20" y="28"/>
                      <a:pt x="23" y="27"/>
                      <a:pt x="26" y="24"/>
                    </a:cubicBezTo>
                    <a:cubicBezTo>
                      <a:pt x="30" y="20"/>
                      <a:pt x="30" y="12"/>
                      <a:pt x="26" y="8"/>
                    </a:cubicBezTo>
                    <a:cubicBezTo>
                      <a:pt x="23" y="6"/>
                      <a:pt x="20" y="4"/>
                      <a:pt x="17"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s-AR"/>
              </a:p>
            </p:txBody>
          </p:sp>
          <p:sp>
            <p:nvSpPr>
              <p:cNvPr id="13" name="Freeform 34"/>
              <p:cNvSpPr>
                <a:spLocks noEditPoints="1"/>
              </p:cNvSpPr>
              <p:nvPr/>
            </p:nvSpPr>
            <p:spPr bwMode="auto">
              <a:xfrm>
                <a:off x="11631612" y="1539875"/>
                <a:ext cx="188913"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s-AR"/>
              </a:p>
            </p:txBody>
          </p:sp>
          <p:sp>
            <p:nvSpPr>
              <p:cNvPr id="14" name="Freeform 35"/>
              <p:cNvSpPr/>
              <p:nvPr/>
            </p:nvSpPr>
            <p:spPr bwMode="auto">
              <a:xfrm>
                <a:off x="11531600" y="5694363"/>
                <a:ext cx="298450" cy="1154113"/>
              </a:xfrm>
              <a:custGeom>
                <a:avLst/>
                <a:gdLst/>
                <a:ahLst/>
                <a:cxnLst/>
                <a:rect l="0" t="0" r="r" b="b"/>
                <a:pathLst>
                  <a:path w="188" h="727">
                    <a:moveTo>
                      <a:pt x="15" y="727"/>
                    </a:moveTo>
                    <a:lnTo>
                      <a:pt x="0" y="727"/>
                    </a:lnTo>
                    <a:lnTo>
                      <a:pt x="0" y="407"/>
                    </a:lnTo>
                    <a:lnTo>
                      <a:pt x="0" y="407"/>
                    </a:lnTo>
                    <a:lnTo>
                      <a:pt x="176" y="0"/>
                    </a:lnTo>
                    <a:lnTo>
                      <a:pt x="188" y="6"/>
                    </a:lnTo>
                    <a:lnTo>
                      <a:pt x="15" y="410"/>
                    </a:lnTo>
                    <a:lnTo>
                      <a:pt x="15" y="727"/>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s-AR"/>
              </a:p>
            </p:txBody>
          </p:sp>
          <p:sp>
            <p:nvSpPr>
              <p:cNvPr id="15" name="Freeform 36"/>
              <p:cNvSpPr>
                <a:spLocks noEditPoints="1"/>
              </p:cNvSpPr>
              <p:nvPr/>
            </p:nvSpPr>
            <p:spPr bwMode="auto">
              <a:xfrm>
                <a:off x="11772900" y="5551488"/>
                <a:ext cx="157163" cy="155575"/>
              </a:xfrm>
              <a:custGeom>
                <a:avLst/>
                <a:gdLst/>
                <a:ahLst/>
                <a:cxnLst/>
                <a:rect l="0" t="0" r="r" b="b"/>
                <a:pathLst>
                  <a:path w="33" h="33">
                    <a:moveTo>
                      <a:pt x="17" y="33"/>
                    </a:moveTo>
                    <a:cubicBezTo>
                      <a:pt x="8" y="33"/>
                      <a:pt x="0" y="25"/>
                      <a:pt x="0" y="16"/>
                    </a:cubicBezTo>
                    <a:cubicBezTo>
                      <a:pt x="0" y="7"/>
                      <a:pt x="8" y="0"/>
                      <a:pt x="17" y="0"/>
                    </a:cubicBezTo>
                    <a:cubicBezTo>
                      <a:pt x="26" y="0"/>
                      <a:pt x="33" y="7"/>
                      <a:pt x="33" y="16"/>
                    </a:cubicBezTo>
                    <a:cubicBezTo>
                      <a:pt x="33" y="25"/>
                      <a:pt x="26" y="33"/>
                      <a:pt x="17" y="33"/>
                    </a:cubicBezTo>
                    <a:close/>
                    <a:moveTo>
                      <a:pt x="17" y="4"/>
                    </a:moveTo>
                    <a:cubicBezTo>
                      <a:pt x="10" y="4"/>
                      <a:pt x="4" y="9"/>
                      <a:pt x="4" y="16"/>
                    </a:cubicBezTo>
                    <a:cubicBezTo>
                      <a:pt x="4" y="23"/>
                      <a:pt x="10" y="29"/>
                      <a:pt x="17" y="29"/>
                    </a:cubicBezTo>
                    <a:cubicBezTo>
                      <a:pt x="23" y="29"/>
                      <a:pt x="29" y="23"/>
                      <a:pt x="29" y="16"/>
                    </a:cubicBezTo>
                    <a:cubicBezTo>
                      <a:pt x="29" y="9"/>
                      <a:pt x="23" y="4"/>
                      <a:pt x="17"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s-AR"/>
              </a:p>
            </p:txBody>
          </p:sp>
          <p:sp>
            <p:nvSpPr>
              <p:cNvPr id="16" name="Freeform 37"/>
              <p:cNvSpPr/>
              <p:nvPr/>
            </p:nvSpPr>
            <p:spPr bwMode="auto">
              <a:xfrm>
                <a:off x="11710987" y="4763"/>
                <a:ext cx="304800" cy="1544638"/>
              </a:xfrm>
              <a:custGeom>
                <a:avLst/>
                <a:gdLst/>
                <a:ahLst/>
                <a:cxnLst/>
                <a:rect l="0" t="0" r="r" b="b"/>
                <a:pathLst>
                  <a:path w="192" h="973">
                    <a:moveTo>
                      <a:pt x="15" y="973"/>
                    </a:moveTo>
                    <a:lnTo>
                      <a:pt x="0" y="973"/>
                    </a:lnTo>
                    <a:lnTo>
                      <a:pt x="0" y="790"/>
                    </a:lnTo>
                    <a:lnTo>
                      <a:pt x="174" y="614"/>
                    </a:lnTo>
                    <a:lnTo>
                      <a:pt x="174" y="0"/>
                    </a:lnTo>
                    <a:lnTo>
                      <a:pt x="192" y="0"/>
                    </a:lnTo>
                    <a:lnTo>
                      <a:pt x="192" y="620"/>
                    </a:lnTo>
                    <a:lnTo>
                      <a:pt x="15" y="796"/>
                    </a:lnTo>
                    <a:lnTo>
                      <a:pt x="15" y="973"/>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s-AR"/>
              </a:p>
            </p:txBody>
          </p:sp>
          <p:sp>
            <p:nvSpPr>
              <p:cNvPr id="17" name="Freeform 38"/>
              <p:cNvSpPr>
                <a:spLocks noEditPoints="1"/>
              </p:cNvSpPr>
              <p:nvPr/>
            </p:nvSpPr>
            <p:spPr bwMode="auto">
              <a:xfrm>
                <a:off x="11636375" y="4867275"/>
                <a:ext cx="188913"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s-AR"/>
              </a:p>
            </p:txBody>
          </p:sp>
          <p:sp>
            <p:nvSpPr>
              <p:cNvPr id="18" name="Freeform 39"/>
              <p:cNvSpPr/>
              <p:nvPr/>
            </p:nvSpPr>
            <p:spPr bwMode="auto">
              <a:xfrm>
                <a:off x="11441112" y="5046663"/>
                <a:ext cx="307975" cy="1801813"/>
              </a:xfrm>
              <a:custGeom>
                <a:avLst/>
                <a:gdLst/>
                <a:ahLst/>
                <a:cxnLst/>
                <a:rect l="0" t="0" r="r" b="b"/>
                <a:pathLst>
                  <a:path w="194" h="1135">
                    <a:moveTo>
                      <a:pt x="18" y="1135"/>
                    </a:moveTo>
                    <a:lnTo>
                      <a:pt x="0" y="1135"/>
                    </a:lnTo>
                    <a:lnTo>
                      <a:pt x="0" y="354"/>
                    </a:lnTo>
                    <a:lnTo>
                      <a:pt x="176" y="177"/>
                    </a:lnTo>
                    <a:lnTo>
                      <a:pt x="176" y="0"/>
                    </a:lnTo>
                    <a:lnTo>
                      <a:pt x="194" y="0"/>
                    </a:lnTo>
                    <a:lnTo>
                      <a:pt x="194" y="183"/>
                    </a:lnTo>
                    <a:lnTo>
                      <a:pt x="18" y="360"/>
                    </a:lnTo>
                    <a:lnTo>
                      <a:pt x="18" y="113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s-AR"/>
              </a:p>
            </p:txBody>
          </p:sp>
          <p:sp>
            <p:nvSpPr>
              <p:cNvPr id="19" name="Freeform 40"/>
              <p:cNvSpPr>
                <a:spLocks noEditPoints="1"/>
              </p:cNvSpPr>
              <p:nvPr/>
            </p:nvSpPr>
            <p:spPr bwMode="auto">
              <a:xfrm>
                <a:off x="11849100" y="64166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s-AR"/>
              </a:p>
            </p:txBody>
          </p:sp>
          <p:sp>
            <p:nvSpPr>
              <p:cNvPr id="20" name="Rectangle 41"/>
              <p:cNvSpPr>
                <a:spLocks noChangeArrowheads="1"/>
              </p:cNvSpPr>
              <p:nvPr/>
            </p:nvSpPr>
            <p:spPr bwMode="auto">
              <a:xfrm>
                <a:off x="11939587" y="6596063"/>
                <a:ext cx="23813" cy="252413"/>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txBody>
              <a:bodyPr/>
              <a:lstStyle/>
              <a:p>
                <a:endParaRPr lang="es-AR"/>
              </a:p>
            </p:txBody>
          </p:sp>
        </p:grpSp>
      </p:grpSp>
      <p:sp>
        <p:nvSpPr>
          <p:cNvPr id="2" name="Title Placeholder 1"/>
          <p:cNvSpPr>
            <a:spLocks noGrp="1"/>
          </p:cNvSpPr>
          <p:nvPr>
            <p:ph type="title"/>
          </p:nvPr>
        </p:nvSpPr>
        <p:spPr>
          <a:xfrm>
            <a:off x="856060" y="618518"/>
            <a:ext cx="7429499" cy="1478570"/>
          </a:xfrm>
          <a:prstGeom prst="rect">
            <a:avLst/>
          </a:prstGeom>
        </p:spPr>
        <p:txBody>
          <a:bodyPr vert="horz" lIns="91440" tIns="45720" rIns="91440" bIns="45720" rtlCol="0" anchor="ctr">
            <a:normAutofit/>
          </a:bodyPr>
          <a:lstStyle/>
          <a:p>
            <a:endParaRPr lang="en-US" dirty="0"/>
          </a:p>
        </p:txBody>
      </p:sp>
      <p:sp>
        <p:nvSpPr>
          <p:cNvPr id="3" name="Text Placeholder 2"/>
          <p:cNvSpPr>
            <a:spLocks noGrp="1"/>
          </p:cNvSpPr>
          <p:nvPr>
            <p:ph type="body" idx="1"/>
          </p:nvPr>
        </p:nvSpPr>
        <p:spPr>
          <a:xfrm>
            <a:off x="856060" y="2249487"/>
            <a:ext cx="7429499" cy="3541714"/>
          </a:xfrm>
          <a:prstGeom prst="rect">
            <a:avLst/>
          </a:prstGeom>
        </p:spPr>
        <p:txBody>
          <a:bodyPr vert="horz" lIns="91440" tIns="45720" rIns="91440" bIns="45720" rtlCol="0">
            <a:normAutofit/>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2"/>
          </p:nvPr>
        </p:nvSpPr>
        <p:spPr>
          <a:xfrm>
            <a:off x="5592691" y="5883277"/>
            <a:ext cx="2057400" cy="365125"/>
          </a:xfrm>
          <a:prstGeom prst="rect">
            <a:avLst/>
          </a:prstGeom>
        </p:spPr>
        <p:txBody>
          <a:bodyPr vert="horz" lIns="91440" tIns="45720" rIns="91440" bIns="45720" rtlCol="0" anchor="ctr"/>
          <a:lstStyle>
            <a:lvl1pPr algn="r">
              <a:defRPr sz="1050">
                <a:solidFill>
                  <a:schemeClr val="tx1">
                    <a:tint val="75000"/>
                  </a:schemeClr>
                </a:solidFill>
              </a:defRPr>
            </a:lvl1pPr>
          </a:lstStyle>
          <a:p>
            <a:fld id="{12868C2D-E414-47BF-A801-29641B78902C}" type="datetimeFigureOut">
              <a:rPr lang="es-AR" smtClean="0"/>
              <a:t>3/11/2025</a:t>
            </a:fld>
            <a:endParaRPr lang="es-AR"/>
          </a:p>
        </p:txBody>
      </p:sp>
      <p:sp>
        <p:nvSpPr>
          <p:cNvPr id="5" name="Footer Placeholder 4"/>
          <p:cNvSpPr>
            <a:spLocks noGrp="1"/>
          </p:cNvSpPr>
          <p:nvPr>
            <p:ph type="ftr" sz="quarter" idx="3"/>
          </p:nvPr>
        </p:nvSpPr>
        <p:spPr>
          <a:xfrm>
            <a:off x="856059" y="5883276"/>
            <a:ext cx="4679482" cy="365125"/>
          </a:xfrm>
          <a:prstGeom prst="rect">
            <a:avLst/>
          </a:prstGeom>
        </p:spPr>
        <p:txBody>
          <a:bodyPr vert="horz" lIns="91440" tIns="45720" rIns="91440" bIns="45720" rtlCol="0" anchor="ctr"/>
          <a:lstStyle>
            <a:lvl1pPr algn="l">
              <a:defRPr sz="1050">
                <a:solidFill>
                  <a:schemeClr val="tx1">
                    <a:tint val="75000"/>
                  </a:schemeClr>
                </a:solidFill>
              </a:defRPr>
            </a:lvl1pPr>
          </a:lstStyle>
          <a:p>
            <a:endParaRPr lang="es-AR"/>
          </a:p>
        </p:txBody>
      </p:sp>
      <p:sp>
        <p:nvSpPr>
          <p:cNvPr id="6" name="Slide Number Placeholder 5"/>
          <p:cNvSpPr>
            <a:spLocks noGrp="1"/>
          </p:cNvSpPr>
          <p:nvPr>
            <p:ph type="sldNum" sz="quarter" idx="4"/>
          </p:nvPr>
        </p:nvSpPr>
        <p:spPr>
          <a:xfrm>
            <a:off x="7707241" y="5883275"/>
            <a:ext cx="578317" cy="365125"/>
          </a:xfrm>
          <a:prstGeom prst="rect">
            <a:avLst/>
          </a:prstGeom>
        </p:spPr>
        <p:txBody>
          <a:bodyPr vert="horz" lIns="91440" tIns="45720" rIns="91440" bIns="45720" rtlCol="0" anchor="ctr"/>
          <a:lstStyle>
            <a:lvl1pPr algn="r">
              <a:defRPr sz="1050">
                <a:solidFill>
                  <a:schemeClr val="tx1">
                    <a:tint val="75000"/>
                  </a:schemeClr>
                </a:solidFill>
              </a:defRPr>
            </a:lvl1pPr>
          </a:lstStyle>
          <a:p>
            <a:fld id="{5297BD90-8D7F-42A4-9842-373A5D9BF9A4}" type="slidenum">
              <a:rPr lang="es-AR" smtClean="0"/>
              <a:t>‹Nº›</a:t>
            </a:fld>
            <a:endParaRPr lang="es-AR"/>
          </a:p>
        </p:txBody>
      </p:sp>
    </p:spTree>
    <p:extLst>
      <p:ext uri="{BB962C8B-B14F-4D97-AF65-F5344CB8AC3E}">
        <p14:creationId xmlns:p14="http://schemas.microsoft.com/office/powerpoint/2010/main" val="2433880794"/>
      </p:ext>
    </p:extLst>
  </p:cSld>
  <p:clrMap bg1="dk1" tx1="lt1" bg2="dk2" tx2="lt2" accent1="accent1" accent2="accent2" accent3="accent3" accent4="accent4" accent5="accent5" accent6="accent6" hlink="hlink" folHlink="folHlink"/>
  <p:sldLayoutIdLst>
    <p:sldLayoutId id="2147484383" r:id="rId1"/>
    <p:sldLayoutId id="2147484384" r:id="rId2"/>
    <p:sldLayoutId id="2147484385" r:id="rId3"/>
    <p:sldLayoutId id="2147484386" r:id="rId4"/>
    <p:sldLayoutId id="2147484387" r:id="rId5"/>
    <p:sldLayoutId id="2147484388" r:id="rId6"/>
    <p:sldLayoutId id="2147484389" r:id="rId7"/>
    <p:sldLayoutId id="2147484390" r:id="rId8"/>
    <p:sldLayoutId id="2147484391" r:id="rId9"/>
    <p:sldLayoutId id="2147484392" r:id="rId10"/>
    <p:sldLayoutId id="2147484393" r:id="rId11"/>
    <p:sldLayoutId id="2147484394" r:id="rId12"/>
    <p:sldLayoutId id="2147484395" r:id="rId13"/>
    <p:sldLayoutId id="2147484396" r:id="rId14"/>
    <p:sldLayoutId id="2147484397" r:id="rId15"/>
    <p:sldLayoutId id="2147484398" r:id="rId16"/>
    <p:sldLayoutId id="2147484399" r:id="rId17"/>
  </p:sldLayoutIdLst>
  <p:txStyles>
    <p:titleStyle>
      <a:lvl1pPr algn="l" defTabSz="914400" rtl="0" eaLnBrk="1" latinLnBrk="0" hangingPunct="1">
        <a:lnSpc>
          <a:spcPct val="90000"/>
        </a:lnSpc>
        <a:spcBef>
          <a:spcPct val="0"/>
        </a:spcBef>
        <a:buNone/>
        <a:defRPr sz="3600" kern="1200" cap="all" baseline="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2" Type="http://schemas.openxmlformats.org/officeDocument/2006/relationships/image" Target="../media/image8.jp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image" Target="../media/image9.jp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image" Target="../media/image10.jp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11.jp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12.jp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14.jpg"/><Relationship Id="rId2" Type="http://schemas.openxmlformats.org/officeDocument/2006/relationships/image" Target="../media/image13.jpg"/><Relationship Id="rId1" Type="http://schemas.openxmlformats.org/officeDocument/2006/relationships/slideLayout" Target="../slideLayouts/slideLayout7.xml"/><Relationship Id="rId4" Type="http://schemas.openxmlformats.org/officeDocument/2006/relationships/image" Target="../media/image15.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png"/><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Imagen 2">
            <a:extLst>
              <a:ext uri="{FF2B5EF4-FFF2-40B4-BE49-F238E27FC236}">
                <a16:creationId xmlns:a16="http://schemas.microsoft.com/office/drawing/2014/main" id="{2110CB11-8822-E3BF-7486-6B426742035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923585" y="-114300"/>
            <a:ext cx="5296829" cy="1650103"/>
          </a:xfrm>
          <a:prstGeom prst="rect">
            <a:avLst/>
          </a:prstGeom>
        </p:spPr>
      </p:pic>
      <p:pic>
        <p:nvPicPr>
          <p:cNvPr id="24" name="Imagen 23">
            <a:extLst>
              <a:ext uri="{FF2B5EF4-FFF2-40B4-BE49-F238E27FC236}">
                <a16:creationId xmlns:a16="http://schemas.microsoft.com/office/drawing/2014/main" id="{0846B698-7E74-F6CD-A8F3-65F78311148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429000" y="5740684"/>
            <a:ext cx="5886450" cy="1117316"/>
          </a:xfrm>
          <a:prstGeom prst="rect">
            <a:avLst/>
          </a:prstGeom>
        </p:spPr>
      </p:pic>
      <p:sp>
        <p:nvSpPr>
          <p:cNvPr id="25" name="CuadroTexto 24">
            <a:extLst>
              <a:ext uri="{FF2B5EF4-FFF2-40B4-BE49-F238E27FC236}">
                <a16:creationId xmlns:a16="http://schemas.microsoft.com/office/drawing/2014/main" id="{0133AF12-792F-DF32-24FC-01A822EBCAF0}"/>
              </a:ext>
            </a:extLst>
          </p:cNvPr>
          <p:cNvSpPr txBox="1"/>
          <p:nvPr/>
        </p:nvSpPr>
        <p:spPr>
          <a:xfrm>
            <a:off x="1485899" y="2946051"/>
            <a:ext cx="6867525" cy="1569660"/>
          </a:xfrm>
          <a:prstGeom prst="rect">
            <a:avLst/>
          </a:prstGeom>
          <a:noFill/>
        </p:spPr>
        <p:txBody>
          <a:bodyPr wrap="square" rtlCol="0">
            <a:spAutoFit/>
          </a:bodyPr>
          <a:lstStyle/>
          <a:p>
            <a:pPr algn="ctr"/>
            <a:r>
              <a:rPr lang="es-MX" sz="3200" b="1" dirty="0">
                <a:solidFill>
                  <a:schemeClr val="accent5">
                    <a:lumMod val="10000"/>
                  </a:schemeClr>
                </a:solidFill>
              </a:rPr>
              <a:t>Sistema de envió de Correos Automáticos y Corrección de  Capas Qgis y Google Earth-Pro </a:t>
            </a:r>
            <a:endParaRPr lang="es-AR" sz="3200" b="1" dirty="0">
              <a:solidFill>
                <a:schemeClr val="accent5">
                  <a:lumMod val="10000"/>
                </a:schemeClr>
              </a:solidFill>
            </a:endParaRPr>
          </a:p>
        </p:txBody>
      </p:sp>
    </p:spTree>
    <p:extLst>
      <p:ext uri="{BB962C8B-B14F-4D97-AF65-F5344CB8AC3E}">
        <p14:creationId xmlns:p14="http://schemas.microsoft.com/office/powerpoint/2010/main" val="49260190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449507-BB96-7657-CCDE-EEECB762DE2A}"/>
            </a:ext>
          </a:extLst>
        </p:cNvPr>
        <p:cNvGrpSpPr/>
        <p:nvPr/>
      </p:nvGrpSpPr>
      <p:grpSpPr>
        <a:xfrm>
          <a:off x="0" y="0"/>
          <a:ext cx="0" cy="0"/>
          <a:chOff x="0" y="0"/>
          <a:chExt cx="0" cy="0"/>
        </a:xfrm>
      </p:grpSpPr>
      <p:pic>
        <p:nvPicPr>
          <p:cNvPr id="3" name="Imagen 2">
            <a:extLst>
              <a:ext uri="{FF2B5EF4-FFF2-40B4-BE49-F238E27FC236}">
                <a16:creationId xmlns:a16="http://schemas.microsoft.com/office/drawing/2014/main" id="{233E5991-7E4E-A9F0-8CB5-1EEC51D795C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923585" y="-114300"/>
            <a:ext cx="5296829" cy="1650103"/>
          </a:xfrm>
          <a:prstGeom prst="rect">
            <a:avLst/>
          </a:prstGeom>
        </p:spPr>
      </p:pic>
      <p:pic>
        <p:nvPicPr>
          <p:cNvPr id="24" name="Imagen 23">
            <a:extLst>
              <a:ext uri="{FF2B5EF4-FFF2-40B4-BE49-F238E27FC236}">
                <a16:creationId xmlns:a16="http://schemas.microsoft.com/office/drawing/2014/main" id="{EEE07F9A-15B4-7BCB-3ABE-FD34016CC2F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429000" y="5740684"/>
            <a:ext cx="5886450" cy="1117316"/>
          </a:xfrm>
          <a:prstGeom prst="rect">
            <a:avLst/>
          </a:prstGeom>
        </p:spPr>
      </p:pic>
      <p:sp>
        <p:nvSpPr>
          <p:cNvPr id="2" name="CuadroTexto 1">
            <a:extLst>
              <a:ext uri="{FF2B5EF4-FFF2-40B4-BE49-F238E27FC236}">
                <a16:creationId xmlns:a16="http://schemas.microsoft.com/office/drawing/2014/main" id="{7B8F1037-5C3A-5D5F-8617-4C08D0DAB954}"/>
              </a:ext>
            </a:extLst>
          </p:cNvPr>
          <p:cNvSpPr txBox="1"/>
          <p:nvPr/>
        </p:nvSpPr>
        <p:spPr>
          <a:xfrm>
            <a:off x="755870" y="1822099"/>
            <a:ext cx="8388130" cy="2585323"/>
          </a:xfrm>
          <a:prstGeom prst="rect">
            <a:avLst/>
          </a:prstGeom>
          <a:noFill/>
        </p:spPr>
        <p:txBody>
          <a:bodyPr wrap="none" rtlCol="0">
            <a:spAutoFit/>
          </a:bodyPr>
          <a:lstStyle/>
          <a:p>
            <a:endParaRPr lang="es-AR" dirty="0"/>
          </a:p>
          <a:p>
            <a:r>
              <a:rPr lang="es-MX" dirty="0"/>
              <a:t>CARRERA: </a:t>
            </a:r>
            <a:r>
              <a:rPr lang="es-MX" b="1" dirty="0"/>
              <a:t>Tecnicatura Universitaria En Programación. </a:t>
            </a:r>
          </a:p>
          <a:p>
            <a:r>
              <a:rPr lang="es-MX" dirty="0"/>
              <a:t>APELLIDO Y NOMBRE: </a:t>
            </a:r>
            <a:r>
              <a:rPr lang="es-MX" b="1" dirty="0"/>
              <a:t>Ferrero, Enzo Genaro</a:t>
            </a:r>
          </a:p>
          <a:p>
            <a:r>
              <a:rPr lang="es-MX" dirty="0"/>
              <a:t>D.N.I.: </a:t>
            </a:r>
            <a:r>
              <a:rPr lang="es-MX" b="1" dirty="0"/>
              <a:t>40.561.976 </a:t>
            </a:r>
          </a:p>
          <a:p>
            <a:r>
              <a:rPr lang="es-MX" dirty="0"/>
              <a:t>LEGAJO: </a:t>
            </a:r>
            <a:r>
              <a:rPr lang="es-MX" b="1" dirty="0"/>
              <a:t>10376</a:t>
            </a:r>
          </a:p>
          <a:p>
            <a:r>
              <a:rPr lang="es-MX" dirty="0"/>
              <a:t>DOMICILIO: </a:t>
            </a:r>
            <a:r>
              <a:rPr lang="es-MX" b="1" dirty="0"/>
              <a:t>Alem N°142 </a:t>
            </a:r>
            <a:r>
              <a:rPr lang="es-MX" dirty="0"/>
              <a:t>– Ciudad de San Rafael </a:t>
            </a:r>
          </a:p>
          <a:p>
            <a:r>
              <a:rPr lang="es-MX" dirty="0"/>
              <a:t>E-MAIL DE CONTACTO: </a:t>
            </a:r>
            <a:r>
              <a:rPr lang="es-MX" b="1" dirty="0"/>
              <a:t>genaroenzo4@gmail.com </a:t>
            </a:r>
          </a:p>
          <a:p>
            <a:r>
              <a:rPr lang="es-MX" dirty="0"/>
              <a:t>TRABAJO: </a:t>
            </a:r>
            <a:r>
              <a:rPr lang="es-MX" b="1" dirty="0"/>
              <a:t>Técnico/Administrativo en la División de Aguas Subterráneas perteneciente</a:t>
            </a:r>
          </a:p>
          <a:p>
            <a:r>
              <a:rPr lang="es-MX" b="1" dirty="0"/>
              <a:t> a Subdelegación Río Diamante (Departamento General de Irrigación). </a:t>
            </a:r>
            <a:endParaRPr lang="es-AR" dirty="0"/>
          </a:p>
        </p:txBody>
      </p:sp>
    </p:spTree>
    <p:extLst>
      <p:ext uri="{BB962C8B-B14F-4D97-AF65-F5344CB8AC3E}">
        <p14:creationId xmlns:p14="http://schemas.microsoft.com/office/powerpoint/2010/main" val="287955287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5082D98-3783-B1BC-CE6E-BFF6C1C0AA97}"/>
              </a:ext>
            </a:extLst>
          </p:cNvPr>
          <p:cNvSpPr>
            <a:spLocks noGrp="1"/>
          </p:cNvSpPr>
          <p:nvPr>
            <p:ph type="ctrTitle"/>
          </p:nvPr>
        </p:nvSpPr>
        <p:spPr>
          <a:xfrm>
            <a:off x="2166567" y="701336"/>
            <a:ext cx="6593681" cy="994298"/>
          </a:xfrm>
        </p:spPr>
        <p:txBody>
          <a:bodyPr/>
          <a:lstStyle/>
          <a:p>
            <a:r>
              <a:rPr lang="es-MX" dirty="0"/>
              <a:t>Cronología </a:t>
            </a:r>
            <a:endParaRPr lang="es-AR" dirty="0"/>
          </a:p>
        </p:txBody>
      </p:sp>
      <p:sp>
        <p:nvSpPr>
          <p:cNvPr id="5" name="CuadroTexto 4">
            <a:extLst>
              <a:ext uri="{FF2B5EF4-FFF2-40B4-BE49-F238E27FC236}">
                <a16:creationId xmlns:a16="http://schemas.microsoft.com/office/drawing/2014/main" id="{22982E9C-2BD2-B4B4-61A3-B9BD7D07210A}"/>
              </a:ext>
            </a:extLst>
          </p:cNvPr>
          <p:cNvSpPr txBox="1"/>
          <p:nvPr/>
        </p:nvSpPr>
        <p:spPr>
          <a:xfrm>
            <a:off x="551302" y="1605661"/>
            <a:ext cx="8365047" cy="2031325"/>
          </a:xfrm>
          <a:prstGeom prst="rect">
            <a:avLst/>
          </a:prstGeom>
          <a:noFill/>
        </p:spPr>
        <p:txBody>
          <a:bodyPr wrap="none" rtlCol="0">
            <a:spAutoFit/>
          </a:bodyPr>
          <a:lstStyle/>
          <a:p>
            <a:pPr algn="just"/>
            <a:r>
              <a:rPr lang="es-MX" b="1" dirty="0">
                <a:solidFill>
                  <a:schemeClr val="accent5">
                    <a:lumMod val="10000"/>
                  </a:schemeClr>
                </a:solidFill>
              </a:rPr>
              <a:t>Se Establecido un régimen de trabajo de  6 Horas por semanas.</a:t>
            </a:r>
          </a:p>
          <a:p>
            <a:pPr algn="just"/>
            <a:r>
              <a:rPr lang="es-MX" b="1" dirty="0">
                <a:solidFill>
                  <a:schemeClr val="accent5">
                    <a:lumMod val="10000"/>
                  </a:schemeClr>
                </a:solidFill>
              </a:rPr>
              <a:t>Como desventaja al ser un trabajo individual y no grupal se tuvieron que trabajar</a:t>
            </a:r>
          </a:p>
          <a:p>
            <a:pPr algn="just"/>
            <a:r>
              <a:rPr lang="es-MX" b="1" dirty="0">
                <a:solidFill>
                  <a:schemeClr val="accent5">
                    <a:lumMod val="10000"/>
                  </a:schemeClr>
                </a:solidFill>
              </a:rPr>
              <a:t>más horas de los previsto para poder lograr los objetivos propuestos, pero lo positivo</a:t>
            </a:r>
          </a:p>
          <a:p>
            <a:pPr algn="just"/>
            <a:r>
              <a:rPr lang="es-MX" b="1" dirty="0">
                <a:solidFill>
                  <a:schemeClr val="accent5">
                    <a:lumMod val="10000"/>
                  </a:schemeClr>
                </a:solidFill>
              </a:rPr>
              <a:t>fue que  se logro realizar lo propuesto y aprender de todas las tareas</a:t>
            </a:r>
          </a:p>
          <a:p>
            <a:pPr algn="just"/>
            <a:r>
              <a:rPr lang="es-MX" b="1" dirty="0">
                <a:solidFill>
                  <a:schemeClr val="accent5">
                    <a:lumMod val="10000"/>
                  </a:schemeClr>
                </a:solidFill>
              </a:rPr>
              <a:t>realizadas ya que todas fueron de autoría propia</a:t>
            </a:r>
          </a:p>
          <a:p>
            <a:pPr algn="ctr"/>
            <a:r>
              <a:rPr lang="es-AR" b="1" dirty="0">
                <a:solidFill>
                  <a:srgbClr val="FF0000"/>
                </a:solidFill>
              </a:rPr>
              <a:t>Link del Repositorio</a:t>
            </a:r>
          </a:p>
          <a:p>
            <a:pPr algn="ctr"/>
            <a:r>
              <a:rPr lang="es-AR" b="1" dirty="0">
                <a:solidFill>
                  <a:srgbClr val="FF0000"/>
                </a:solidFill>
              </a:rPr>
              <a:t>https://github.com/GENAROENZO/Practicas-Profesionales-</a:t>
            </a:r>
          </a:p>
        </p:txBody>
      </p:sp>
      <p:pic>
        <p:nvPicPr>
          <p:cNvPr id="7" name="Imagen 6">
            <a:extLst>
              <a:ext uri="{FF2B5EF4-FFF2-40B4-BE49-F238E27FC236}">
                <a16:creationId xmlns:a16="http://schemas.microsoft.com/office/drawing/2014/main" id="{6B34F6F3-9618-5CAD-0EC1-FADC4F28019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166567" y="3775011"/>
            <a:ext cx="5299923" cy="2381653"/>
          </a:xfrm>
          <a:prstGeom prst="rect">
            <a:avLst/>
          </a:prstGeom>
        </p:spPr>
      </p:pic>
      <p:sp>
        <p:nvSpPr>
          <p:cNvPr id="8" name="CuadroTexto 7">
            <a:extLst>
              <a:ext uri="{FF2B5EF4-FFF2-40B4-BE49-F238E27FC236}">
                <a16:creationId xmlns:a16="http://schemas.microsoft.com/office/drawing/2014/main" id="{177E5B4A-9362-1AC8-8929-4D1E73690643}"/>
              </a:ext>
            </a:extLst>
          </p:cNvPr>
          <p:cNvSpPr txBox="1"/>
          <p:nvPr/>
        </p:nvSpPr>
        <p:spPr>
          <a:xfrm>
            <a:off x="2427477" y="6223239"/>
            <a:ext cx="4627934" cy="369332"/>
          </a:xfrm>
          <a:prstGeom prst="rect">
            <a:avLst/>
          </a:prstGeom>
          <a:noFill/>
        </p:spPr>
        <p:txBody>
          <a:bodyPr wrap="none" rtlCol="0">
            <a:spAutoFit/>
          </a:bodyPr>
          <a:lstStyle/>
          <a:p>
            <a:r>
              <a:rPr lang="es-MX" dirty="0"/>
              <a:t>Imagen propia trabajado en Visual Studio Code</a:t>
            </a:r>
            <a:endParaRPr lang="es-AR" dirty="0"/>
          </a:p>
        </p:txBody>
      </p:sp>
    </p:spTree>
    <p:extLst>
      <p:ext uri="{BB962C8B-B14F-4D97-AF65-F5344CB8AC3E}">
        <p14:creationId xmlns:p14="http://schemas.microsoft.com/office/powerpoint/2010/main" val="396013391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F20E6A8-C3AA-D9C0-ED28-41A0F966D39C}"/>
              </a:ext>
            </a:extLst>
          </p:cNvPr>
          <p:cNvSpPr>
            <a:spLocks noGrp="1"/>
          </p:cNvSpPr>
          <p:nvPr>
            <p:ph type="title"/>
          </p:nvPr>
        </p:nvSpPr>
        <p:spPr/>
        <p:txBody>
          <a:bodyPr>
            <a:normAutofit fontScale="90000"/>
          </a:bodyPr>
          <a:lstStyle/>
          <a:p>
            <a:r>
              <a:rPr lang="es-MX" dirty="0"/>
              <a:t>Resumen de las practicas profesionales </a:t>
            </a:r>
            <a:endParaRPr lang="es-AR" dirty="0"/>
          </a:p>
        </p:txBody>
      </p:sp>
      <p:sp>
        <p:nvSpPr>
          <p:cNvPr id="4" name="Marcador de texto 3">
            <a:extLst>
              <a:ext uri="{FF2B5EF4-FFF2-40B4-BE49-F238E27FC236}">
                <a16:creationId xmlns:a16="http://schemas.microsoft.com/office/drawing/2014/main" id="{212B9B80-A836-2DE5-2399-D6D50A057EA4}"/>
              </a:ext>
            </a:extLst>
          </p:cNvPr>
          <p:cNvSpPr>
            <a:spLocks noGrp="1"/>
          </p:cNvSpPr>
          <p:nvPr>
            <p:ph type="body" sz="half" idx="2"/>
          </p:nvPr>
        </p:nvSpPr>
        <p:spPr>
          <a:xfrm>
            <a:off x="860028" y="2249486"/>
            <a:ext cx="5123521" cy="3654164"/>
          </a:xfrm>
        </p:spPr>
        <p:txBody>
          <a:bodyPr/>
          <a:lstStyle/>
          <a:p>
            <a:pPr algn="just"/>
            <a:r>
              <a:rPr lang="es-MX" dirty="0">
                <a:solidFill>
                  <a:schemeClr val="bg1">
                    <a:lumMod val="50000"/>
                  </a:schemeClr>
                </a:solidFill>
              </a:rPr>
              <a:t>A lo largo de las practicas profesionales logre cumplir con los objetivos propuestos. Mejorando el día a día de los empleados del área de Aguas Subterráneas con herramientas prácticas y aplicación de conceptos aprendidos en la Técnicatura Universitaria el Programación. El proyecto fue presentado de forma personal al director de Aguas Subterránea de la provincia de Mendoza quien dio el apoyo accesos a material institucional. Con el surgimiento de nuevas necesidades se terminaron agregando cambios y extras al pedido inicial.</a:t>
            </a:r>
            <a:endParaRPr lang="es-AR" dirty="0">
              <a:solidFill>
                <a:schemeClr val="bg1">
                  <a:lumMod val="50000"/>
                </a:schemeClr>
              </a:solidFill>
            </a:endParaRPr>
          </a:p>
        </p:txBody>
      </p:sp>
    </p:spTree>
    <p:extLst>
      <p:ext uri="{BB962C8B-B14F-4D97-AF65-F5344CB8AC3E}">
        <p14:creationId xmlns:p14="http://schemas.microsoft.com/office/powerpoint/2010/main" val="11281445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458CF77-86F9-3C1F-DB97-20B5F88BB9F2}"/>
              </a:ext>
            </a:extLst>
          </p:cNvPr>
          <p:cNvSpPr>
            <a:spLocks noGrp="1"/>
          </p:cNvSpPr>
          <p:nvPr>
            <p:ph type="title"/>
          </p:nvPr>
        </p:nvSpPr>
        <p:spPr>
          <a:xfrm>
            <a:off x="1003178" y="280705"/>
            <a:ext cx="7429499" cy="1478570"/>
          </a:xfrm>
        </p:spPr>
        <p:txBody>
          <a:bodyPr/>
          <a:lstStyle/>
          <a:p>
            <a:r>
              <a:rPr lang="es-MX" dirty="0"/>
              <a:t>Objetivos </a:t>
            </a:r>
            <a:endParaRPr lang="es-AR" dirty="0"/>
          </a:p>
        </p:txBody>
      </p:sp>
      <p:sp>
        <p:nvSpPr>
          <p:cNvPr id="4" name="CuadroTexto 3">
            <a:extLst>
              <a:ext uri="{FF2B5EF4-FFF2-40B4-BE49-F238E27FC236}">
                <a16:creationId xmlns:a16="http://schemas.microsoft.com/office/drawing/2014/main" id="{395D084E-5658-28E9-ADDA-7C45A721DE4E}"/>
              </a:ext>
            </a:extLst>
          </p:cNvPr>
          <p:cNvSpPr txBox="1"/>
          <p:nvPr/>
        </p:nvSpPr>
        <p:spPr>
          <a:xfrm>
            <a:off x="1003178" y="1653205"/>
            <a:ext cx="5584053" cy="2288481"/>
          </a:xfrm>
          <a:prstGeom prst="rect">
            <a:avLst/>
          </a:prstGeom>
          <a:noFill/>
        </p:spPr>
        <p:txBody>
          <a:bodyPr wrap="square" rtlCol="0">
            <a:spAutoFit/>
          </a:bodyPr>
          <a:lstStyle/>
          <a:p>
            <a:pPr algn="just"/>
            <a:r>
              <a:rPr lang="es-MX" dirty="0">
                <a:solidFill>
                  <a:schemeClr val="bg1">
                    <a:lumMod val="50000"/>
                  </a:schemeClr>
                </a:solidFill>
              </a:rPr>
              <a:t>1.Diseño de un sistemas de envío de Correos Automáticos programados a partir de Google Drive utilizando Google Sheets, JavaScript, HTML y Excel.</a:t>
            </a:r>
          </a:p>
          <a:p>
            <a:pPr algn="just"/>
            <a:endParaRPr lang="es-MX" dirty="0">
              <a:solidFill>
                <a:schemeClr val="bg1">
                  <a:lumMod val="50000"/>
                </a:schemeClr>
              </a:solidFill>
            </a:endParaRPr>
          </a:p>
          <a:p>
            <a:pPr algn="just"/>
            <a:r>
              <a:rPr lang="es-MX" dirty="0">
                <a:solidFill>
                  <a:schemeClr val="bg1">
                    <a:lumMod val="50000"/>
                  </a:schemeClr>
                </a:solidFill>
              </a:rPr>
              <a:t>2. Analizar y modificar capas de Qgis y Google Earth el fin de corregir Información y Actualizar las mismas para que sean más fáciles las tareas diarias de los empleados en la Subdelegación.</a:t>
            </a:r>
            <a:endParaRPr lang="es-AR" dirty="0">
              <a:solidFill>
                <a:schemeClr val="bg1">
                  <a:lumMod val="50000"/>
                </a:schemeClr>
              </a:solidFill>
            </a:endParaRPr>
          </a:p>
        </p:txBody>
      </p:sp>
      <p:pic>
        <p:nvPicPr>
          <p:cNvPr id="8" name="Imagen 7">
            <a:extLst>
              <a:ext uri="{FF2B5EF4-FFF2-40B4-BE49-F238E27FC236}">
                <a16:creationId xmlns:a16="http://schemas.microsoft.com/office/drawing/2014/main" id="{E623DAA1-0C1A-452D-6885-4ABFD09C3D1D}"/>
              </a:ext>
            </a:extLst>
          </p:cNvPr>
          <p:cNvPicPr>
            <a:picLocks noChangeAspect="1"/>
          </p:cNvPicPr>
          <p:nvPr/>
        </p:nvPicPr>
        <p:blipFill>
          <a:blip r:embed="rId2"/>
          <a:stretch>
            <a:fillRect/>
          </a:stretch>
        </p:blipFill>
        <p:spPr>
          <a:xfrm>
            <a:off x="3409025" y="3700669"/>
            <a:ext cx="5131292" cy="2796114"/>
          </a:xfrm>
          <a:prstGeom prst="rect">
            <a:avLst/>
          </a:prstGeom>
        </p:spPr>
      </p:pic>
      <p:sp>
        <p:nvSpPr>
          <p:cNvPr id="9" name="CuadroTexto 8">
            <a:extLst>
              <a:ext uri="{FF2B5EF4-FFF2-40B4-BE49-F238E27FC236}">
                <a16:creationId xmlns:a16="http://schemas.microsoft.com/office/drawing/2014/main" id="{5F95E882-5BB3-72D8-2973-2B4761147269}"/>
              </a:ext>
            </a:extLst>
          </p:cNvPr>
          <p:cNvSpPr txBox="1"/>
          <p:nvPr/>
        </p:nvSpPr>
        <p:spPr>
          <a:xfrm>
            <a:off x="3887208" y="6488668"/>
            <a:ext cx="4174925" cy="369332"/>
          </a:xfrm>
          <a:prstGeom prst="rect">
            <a:avLst/>
          </a:prstGeom>
          <a:noFill/>
        </p:spPr>
        <p:txBody>
          <a:bodyPr wrap="none" rtlCol="0">
            <a:spAutoFit/>
          </a:bodyPr>
          <a:lstStyle/>
          <a:p>
            <a:r>
              <a:rPr lang="es-MX" i="1" dirty="0"/>
              <a:t>Imagen de la Subdelegación Rio Diamante </a:t>
            </a:r>
            <a:endParaRPr lang="es-AR" i="1" dirty="0"/>
          </a:p>
        </p:txBody>
      </p:sp>
    </p:spTree>
    <p:extLst>
      <p:ext uri="{BB962C8B-B14F-4D97-AF65-F5344CB8AC3E}">
        <p14:creationId xmlns:p14="http://schemas.microsoft.com/office/powerpoint/2010/main" val="314107521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53ACB94-0A5E-2BB5-7553-EF0AAF79C573}"/>
              </a:ext>
            </a:extLst>
          </p:cNvPr>
          <p:cNvSpPr>
            <a:spLocks noGrp="1"/>
          </p:cNvSpPr>
          <p:nvPr>
            <p:ph type="title"/>
          </p:nvPr>
        </p:nvSpPr>
        <p:spPr>
          <a:xfrm>
            <a:off x="642993" y="-73371"/>
            <a:ext cx="7429500" cy="1477961"/>
          </a:xfrm>
        </p:spPr>
        <p:txBody>
          <a:bodyPr>
            <a:normAutofit/>
          </a:bodyPr>
          <a:lstStyle/>
          <a:p>
            <a:pPr algn="ctr"/>
            <a:r>
              <a:rPr lang="es-MX" sz="4000" dirty="0"/>
              <a:t>Usos Prácticos</a:t>
            </a:r>
            <a:endParaRPr lang="es-AR" sz="4000" dirty="0"/>
          </a:p>
        </p:txBody>
      </p:sp>
      <p:sp>
        <p:nvSpPr>
          <p:cNvPr id="4" name="Marcador de contenido 3">
            <a:extLst>
              <a:ext uri="{FF2B5EF4-FFF2-40B4-BE49-F238E27FC236}">
                <a16:creationId xmlns:a16="http://schemas.microsoft.com/office/drawing/2014/main" id="{83B0ADE8-08E7-A216-B0D4-1634203FE4D9}"/>
              </a:ext>
            </a:extLst>
          </p:cNvPr>
          <p:cNvSpPr>
            <a:spLocks noGrp="1"/>
          </p:cNvSpPr>
          <p:nvPr>
            <p:ph sz="half" idx="2"/>
          </p:nvPr>
        </p:nvSpPr>
        <p:spPr>
          <a:xfrm>
            <a:off x="856057" y="1773923"/>
            <a:ext cx="5509231" cy="3153184"/>
          </a:xfrm>
        </p:spPr>
        <p:txBody>
          <a:bodyPr>
            <a:normAutofit/>
          </a:bodyPr>
          <a:lstStyle/>
          <a:p>
            <a:r>
              <a:rPr lang="es-MX" sz="1400" dirty="0">
                <a:solidFill>
                  <a:schemeClr val="accent5">
                    <a:lumMod val="10000"/>
                  </a:schemeClr>
                </a:solidFill>
              </a:rPr>
              <a:t>Fácil ubicación y lectura de información a Pozos/Perforaciones Cargadas en el servidor de Mapa de Irrigación (Con y sin conexión a internet).</a:t>
            </a:r>
          </a:p>
          <a:p>
            <a:r>
              <a:rPr lang="es-MX" sz="1400" dirty="0">
                <a:solidFill>
                  <a:schemeClr val="accent5">
                    <a:lumMod val="10000"/>
                  </a:schemeClr>
                </a:solidFill>
              </a:rPr>
              <a:t>Velocidad de respuesta a la consulta de los usuarios y mejor manipulación de datos.</a:t>
            </a:r>
            <a:endParaRPr lang="es-AR" sz="1400" dirty="0">
              <a:solidFill>
                <a:schemeClr val="accent5">
                  <a:lumMod val="10000"/>
                </a:schemeClr>
              </a:solidFill>
            </a:endParaRPr>
          </a:p>
        </p:txBody>
      </p:sp>
      <p:sp>
        <p:nvSpPr>
          <p:cNvPr id="11" name="CuadroTexto 10">
            <a:extLst>
              <a:ext uri="{FF2B5EF4-FFF2-40B4-BE49-F238E27FC236}">
                <a16:creationId xmlns:a16="http://schemas.microsoft.com/office/drawing/2014/main" id="{61335D9B-74C6-D99E-7824-A405AC94699C}"/>
              </a:ext>
            </a:extLst>
          </p:cNvPr>
          <p:cNvSpPr txBox="1"/>
          <p:nvPr/>
        </p:nvSpPr>
        <p:spPr>
          <a:xfrm>
            <a:off x="856056" y="880653"/>
            <a:ext cx="6383045" cy="461665"/>
          </a:xfrm>
          <a:prstGeom prst="rect">
            <a:avLst/>
          </a:prstGeom>
          <a:noFill/>
        </p:spPr>
        <p:txBody>
          <a:bodyPr wrap="square" rtlCol="0">
            <a:spAutoFit/>
          </a:bodyPr>
          <a:lstStyle/>
          <a:p>
            <a:r>
              <a:rPr lang="es-MX" sz="2400" dirty="0">
                <a:solidFill>
                  <a:schemeClr val="accent6"/>
                </a:solidFill>
              </a:rPr>
              <a:t>Cambios A Capa- Qgis y Google Earth Pro</a:t>
            </a:r>
            <a:endParaRPr lang="es-AR" sz="2400" dirty="0">
              <a:solidFill>
                <a:schemeClr val="accent6"/>
              </a:solidFill>
            </a:endParaRPr>
          </a:p>
        </p:txBody>
      </p:sp>
      <p:sp>
        <p:nvSpPr>
          <p:cNvPr id="13" name="CuadroTexto 12">
            <a:extLst>
              <a:ext uri="{FF2B5EF4-FFF2-40B4-BE49-F238E27FC236}">
                <a16:creationId xmlns:a16="http://schemas.microsoft.com/office/drawing/2014/main" id="{71EA6BBE-9A8B-0C55-AF1E-A0255706CFAA}"/>
              </a:ext>
            </a:extLst>
          </p:cNvPr>
          <p:cNvSpPr txBox="1"/>
          <p:nvPr/>
        </p:nvSpPr>
        <p:spPr>
          <a:xfrm>
            <a:off x="856056" y="1404591"/>
            <a:ext cx="4443912" cy="369332"/>
          </a:xfrm>
          <a:prstGeom prst="rect">
            <a:avLst/>
          </a:prstGeom>
          <a:noFill/>
        </p:spPr>
        <p:txBody>
          <a:bodyPr wrap="square" rtlCol="0">
            <a:spAutoFit/>
          </a:bodyPr>
          <a:lstStyle/>
          <a:p>
            <a:r>
              <a:rPr lang="es-AR" dirty="0">
                <a:solidFill>
                  <a:schemeClr val="accent6"/>
                </a:solidFill>
              </a:rPr>
              <a:t>1. Capa: Pozos de San Rafael</a:t>
            </a:r>
          </a:p>
        </p:txBody>
      </p:sp>
    </p:spTree>
    <p:extLst>
      <p:ext uri="{BB962C8B-B14F-4D97-AF65-F5344CB8AC3E}">
        <p14:creationId xmlns:p14="http://schemas.microsoft.com/office/powerpoint/2010/main" val="412079807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Marcador de texto 2">
            <a:extLst>
              <a:ext uri="{FF2B5EF4-FFF2-40B4-BE49-F238E27FC236}">
                <a16:creationId xmlns:a16="http://schemas.microsoft.com/office/drawing/2014/main" id="{32B89AEB-783B-75B2-5C0F-3907AD31179E}"/>
              </a:ext>
            </a:extLst>
          </p:cNvPr>
          <p:cNvSpPr>
            <a:spLocks noGrp="1"/>
          </p:cNvSpPr>
          <p:nvPr>
            <p:ph type="body" idx="1"/>
          </p:nvPr>
        </p:nvSpPr>
        <p:spPr/>
        <p:txBody>
          <a:bodyPr/>
          <a:lstStyle/>
          <a:p>
            <a:endParaRPr lang="es-AR"/>
          </a:p>
        </p:txBody>
      </p:sp>
      <p:pic>
        <p:nvPicPr>
          <p:cNvPr id="7" name="Imagen 6">
            <a:extLst>
              <a:ext uri="{FF2B5EF4-FFF2-40B4-BE49-F238E27FC236}">
                <a16:creationId xmlns:a16="http://schemas.microsoft.com/office/drawing/2014/main" id="{7BB29D1B-F559-79B8-C55F-4D593C86A38E}"/>
              </a:ext>
            </a:extLst>
          </p:cNvPr>
          <p:cNvPicPr>
            <a:picLocks noChangeAspect="1"/>
          </p:cNvPicPr>
          <p:nvPr/>
        </p:nvPicPr>
        <p:blipFill>
          <a:blip r:embed="rId2"/>
          <a:stretch>
            <a:fillRect/>
          </a:stretch>
        </p:blipFill>
        <p:spPr>
          <a:xfrm>
            <a:off x="849814" y="663515"/>
            <a:ext cx="7444371" cy="3659494"/>
          </a:xfrm>
          <a:prstGeom prst="rect">
            <a:avLst/>
          </a:prstGeom>
        </p:spPr>
      </p:pic>
      <p:sp>
        <p:nvSpPr>
          <p:cNvPr id="17" name="CuadroTexto 16">
            <a:extLst>
              <a:ext uri="{FF2B5EF4-FFF2-40B4-BE49-F238E27FC236}">
                <a16:creationId xmlns:a16="http://schemas.microsoft.com/office/drawing/2014/main" id="{87B1E7D5-7188-8215-1DCE-2EBD55A7635B}"/>
              </a:ext>
            </a:extLst>
          </p:cNvPr>
          <p:cNvSpPr txBox="1"/>
          <p:nvPr/>
        </p:nvSpPr>
        <p:spPr>
          <a:xfrm>
            <a:off x="1141532" y="4474703"/>
            <a:ext cx="7117141" cy="369332"/>
          </a:xfrm>
          <a:prstGeom prst="rect">
            <a:avLst/>
          </a:prstGeom>
          <a:noFill/>
        </p:spPr>
        <p:txBody>
          <a:bodyPr wrap="none" rtlCol="0">
            <a:spAutoFit/>
          </a:bodyPr>
          <a:lstStyle/>
          <a:p>
            <a:r>
              <a:rPr lang="es-MX" i="1" dirty="0"/>
              <a:t>Ejemplo de uso – Ubicación de Perforación N°17-2265 en Google Earth Pro</a:t>
            </a:r>
            <a:endParaRPr lang="es-AR" i="1" dirty="0"/>
          </a:p>
        </p:txBody>
      </p:sp>
    </p:spTree>
    <p:extLst>
      <p:ext uri="{BB962C8B-B14F-4D97-AF65-F5344CB8AC3E}">
        <p14:creationId xmlns:p14="http://schemas.microsoft.com/office/powerpoint/2010/main" val="210546698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Imagen 2">
            <a:extLst>
              <a:ext uri="{FF2B5EF4-FFF2-40B4-BE49-F238E27FC236}">
                <a16:creationId xmlns:a16="http://schemas.microsoft.com/office/drawing/2014/main" id="{618404EB-B696-DE14-C946-78E07E2013D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27424" y="1225118"/>
            <a:ext cx="7752422" cy="3613211"/>
          </a:xfrm>
          <a:prstGeom prst="rect">
            <a:avLst/>
          </a:prstGeom>
        </p:spPr>
      </p:pic>
      <p:sp>
        <p:nvSpPr>
          <p:cNvPr id="5" name="CuadroTexto 4">
            <a:extLst>
              <a:ext uri="{FF2B5EF4-FFF2-40B4-BE49-F238E27FC236}">
                <a16:creationId xmlns:a16="http://schemas.microsoft.com/office/drawing/2014/main" id="{505B7162-28FE-A0EB-C153-157875E86C73}"/>
              </a:ext>
            </a:extLst>
          </p:cNvPr>
          <p:cNvSpPr txBox="1"/>
          <p:nvPr/>
        </p:nvSpPr>
        <p:spPr>
          <a:xfrm>
            <a:off x="1589288" y="4954097"/>
            <a:ext cx="6228693" cy="369332"/>
          </a:xfrm>
          <a:prstGeom prst="rect">
            <a:avLst/>
          </a:prstGeom>
          <a:noFill/>
        </p:spPr>
        <p:txBody>
          <a:bodyPr wrap="none" rtlCol="0">
            <a:spAutoFit/>
          </a:bodyPr>
          <a:lstStyle/>
          <a:p>
            <a:r>
              <a:rPr lang="es-MX" i="1" dirty="0"/>
              <a:t>Ejemplo Búsqueda  – Ubicación de Perforación N°17-2265 en Qgis</a:t>
            </a:r>
            <a:endParaRPr lang="es-AR" i="1" dirty="0"/>
          </a:p>
        </p:txBody>
      </p:sp>
    </p:spTree>
    <p:extLst>
      <p:ext uri="{BB962C8B-B14F-4D97-AF65-F5344CB8AC3E}">
        <p14:creationId xmlns:p14="http://schemas.microsoft.com/office/powerpoint/2010/main" val="149968503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Imagen 2">
            <a:extLst>
              <a:ext uri="{FF2B5EF4-FFF2-40B4-BE49-F238E27FC236}">
                <a16:creationId xmlns:a16="http://schemas.microsoft.com/office/drawing/2014/main" id="{14EC8CE8-416D-01E0-DD51-8FB8C5CAF69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73859" y="1029810"/>
            <a:ext cx="7500885" cy="3497802"/>
          </a:xfrm>
          <a:prstGeom prst="rect">
            <a:avLst/>
          </a:prstGeom>
        </p:spPr>
      </p:pic>
      <p:sp>
        <p:nvSpPr>
          <p:cNvPr id="7" name="CuadroTexto 6">
            <a:extLst>
              <a:ext uri="{FF2B5EF4-FFF2-40B4-BE49-F238E27FC236}">
                <a16:creationId xmlns:a16="http://schemas.microsoft.com/office/drawing/2014/main" id="{6B4834E5-2249-6B21-D13E-FFB796DF8B02}"/>
              </a:ext>
            </a:extLst>
          </p:cNvPr>
          <p:cNvSpPr txBox="1"/>
          <p:nvPr/>
        </p:nvSpPr>
        <p:spPr>
          <a:xfrm>
            <a:off x="744008" y="4589756"/>
            <a:ext cx="8728465" cy="369332"/>
          </a:xfrm>
          <a:prstGeom prst="rect">
            <a:avLst/>
          </a:prstGeom>
          <a:noFill/>
        </p:spPr>
        <p:txBody>
          <a:bodyPr wrap="square">
            <a:spAutoFit/>
          </a:bodyPr>
          <a:lstStyle/>
          <a:p>
            <a:r>
              <a:rPr lang="es-MX" dirty="0"/>
              <a:t>Ejemplo Búsqueda por Nomenclatura Catastral “17-03-01-0121-000001-8” en Qgis.</a:t>
            </a:r>
          </a:p>
        </p:txBody>
      </p:sp>
    </p:spTree>
    <p:extLst>
      <p:ext uri="{BB962C8B-B14F-4D97-AF65-F5344CB8AC3E}">
        <p14:creationId xmlns:p14="http://schemas.microsoft.com/office/powerpoint/2010/main" val="26062878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Imagen 2">
            <a:extLst>
              <a:ext uri="{FF2B5EF4-FFF2-40B4-BE49-F238E27FC236}">
                <a16:creationId xmlns:a16="http://schemas.microsoft.com/office/drawing/2014/main" id="{A1E5F91F-752A-1B5D-7F2A-E892E4DE142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80788" y="861133"/>
            <a:ext cx="7624019" cy="3872009"/>
          </a:xfrm>
          <a:prstGeom prst="rect">
            <a:avLst/>
          </a:prstGeom>
        </p:spPr>
      </p:pic>
      <p:sp>
        <p:nvSpPr>
          <p:cNvPr id="5" name="CuadroTexto 4">
            <a:extLst>
              <a:ext uri="{FF2B5EF4-FFF2-40B4-BE49-F238E27FC236}">
                <a16:creationId xmlns:a16="http://schemas.microsoft.com/office/drawing/2014/main" id="{430CE7F4-1DFE-18A7-C899-5AD2D78004F3}"/>
              </a:ext>
            </a:extLst>
          </p:cNvPr>
          <p:cNvSpPr txBox="1"/>
          <p:nvPr/>
        </p:nvSpPr>
        <p:spPr>
          <a:xfrm>
            <a:off x="1535836" y="4856955"/>
            <a:ext cx="5841507" cy="646331"/>
          </a:xfrm>
          <a:prstGeom prst="rect">
            <a:avLst/>
          </a:prstGeom>
          <a:noFill/>
        </p:spPr>
        <p:txBody>
          <a:bodyPr wrap="square">
            <a:spAutoFit/>
          </a:bodyPr>
          <a:lstStyle/>
          <a:p>
            <a:pPr algn="ctr"/>
            <a:r>
              <a:rPr lang="es-MX" dirty="0"/>
              <a:t>Ejemplo Búsqueda por Código Superficial “C.C.4013 P.P.361” Qgis</a:t>
            </a:r>
          </a:p>
        </p:txBody>
      </p:sp>
    </p:spTree>
    <p:extLst>
      <p:ext uri="{BB962C8B-B14F-4D97-AF65-F5344CB8AC3E}">
        <p14:creationId xmlns:p14="http://schemas.microsoft.com/office/powerpoint/2010/main" val="79793544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Imagen 2">
            <a:extLst>
              <a:ext uri="{FF2B5EF4-FFF2-40B4-BE49-F238E27FC236}">
                <a16:creationId xmlns:a16="http://schemas.microsoft.com/office/drawing/2014/main" id="{B68B711D-B1B6-3F21-CF77-88257D8DBF5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78888" y="795813"/>
            <a:ext cx="7688061" cy="3890199"/>
          </a:xfrm>
          <a:prstGeom prst="rect">
            <a:avLst/>
          </a:prstGeom>
        </p:spPr>
      </p:pic>
      <p:sp>
        <p:nvSpPr>
          <p:cNvPr id="5" name="CuadroTexto 4">
            <a:extLst>
              <a:ext uri="{FF2B5EF4-FFF2-40B4-BE49-F238E27FC236}">
                <a16:creationId xmlns:a16="http://schemas.microsoft.com/office/drawing/2014/main" id="{07642430-46DD-582A-D8AC-DB28B02A6008}"/>
              </a:ext>
            </a:extLst>
          </p:cNvPr>
          <p:cNvSpPr txBox="1"/>
          <p:nvPr/>
        </p:nvSpPr>
        <p:spPr>
          <a:xfrm>
            <a:off x="2077374" y="4892465"/>
            <a:ext cx="5708341" cy="646331"/>
          </a:xfrm>
          <a:prstGeom prst="rect">
            <a:avLst/>
          </a:prstGeom>
          <a:noFill/>
        </p:spPr>
        <p:txBody>
          <a:bodyPr wrap="square">
            <a:spAutoFit/>
          </a:bodyPr>
          <a:lstStyle/>
          <a:p>
            <a:pPr algn="ctr"/>
            <a:r>
              <a:rPr lang="es-MX" dirty="0"/>
              <a:t>Ejemplo Búsqueda por Código Superficial “C.C.4013 P.P.361” Google Earth Pro</a:t>
            </a:r>
          </a:p>
        </p:txBody>
      </p:sp>
    </p:spTree>
    <p:extLst>
      <p:ext uri="{BB962C8B-B14F-4D97-AF65-F5344CB8AC3E}">
        <p14:creationId xmlns:p14="http://schemas.microsoft.com/office/powerpoint/2010/main" val="282678164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37A4EB-54EE-F67F-C7B3-03201430C25B}"/>
            </a:ext>
          </a:extLst>
        </p:cNvPr>
        <p:cNvGrpSpPr/>
        <p:nvPr/>
      </p:nvGrpSpPr>
      <p:grpSpPr>
        <a:xfrm>
          <a:off x="0" y="0"/>
          <a:ext cx="0" cy="0"/>
          <a:chOff x="0" y="0"/>
          <a:chExt cx="0" cy="0"/>
        </a:xfrm>
      </p:grpSpPr>
      <p:sp>
        <p:nvSpPr>
          <p:cNvPr id="5" name="CuadroTexto 4">
            <a:extLst>
              <a:ext uri="{FF2B5EF4-FFF2-40B4-BE49-F238E27FC236}">
                <a16:creationId xmlns:a16="http://schemas.microsoft.com/office/drawing/2014/main" id="{17493C43-A045-CC45-7A72-847175979BC6}"/>
              </a:ext>
            </a:extLst>
          </p:cNvPr>
          <p:cNvSpPr txBox="1"/>
          <p:nvPr/>
        </p:nvSpPr>
        <p:spPr>
          <a:xfrm>
            <a:off x="2077374" y="4927976"/>
            <a:ext cx="5708341" cy="369332"/>
          </a:xfrm>
          <a:prstGeom prst="rect">
            <a:avLst/>
          </a:prstGeom>
          <a:noFill/>
        </p:spPr>
        <p:txBody>
          <a:bodyPr wrap="square">
            <a:spAutoFit/>
          </a:bodyPr>
          <a:lstStyle/>
          <a:p>
            <a:pPr algn="ctr"/>
            <a:r>
              <a:rPr lang="es-MX" dirty="0"/>
              <a:t>Pozos Medidos Con Éxito año – 2025 Google Earth Pro </a:t>
            </a:r>
          </a:p>
        </p:txBody>
      </p:sp>
      <p:pic>
        <p:nvPicPr>
          <p:cNvPr id="4" name="Imagen 3">
            <a:extLst>
              <a:ext uri="{FF2B5EF4-FFF2-40B4-BE49-F238E27FC236}">
                <a16:creationId xmlns:a16="http://schemas.microsoft.com/office/drawing/2014/main" id="{0A7FDD92-CBE5-3AA6-A2E0-39E001FCC6D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83076" y="617368"/>
            <a:ext cx="7386222" cy="4000870"/>
          </a:xfrm>
          <a:prstGeom prst="rect">
            <a:avLst/>
          </a:prstGeom>
        </p:spPr>
      </p:pic>
    </p:spTree>
    <p:extLst>
      <p:ext uri="{BB962C8B-B14F-4D97-AF65-F5344CB8AC3E}">
        <p14:creationId xmlns:p14="http://schemas.microsoft.com/office/powerpoint/2010/main" val="163043041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Imagen 2">
            <a:extLst>
              <a:ext uri="{FF2B5EF4-FFF2-40B4-BE49-F238E27FC236}">
                <a16:creationId xmlns:a16="http://schemas.microsoft.com/office/drawing/2014/main" id="{6FA4932D-74F8-EFEF-D287-AFC95E02FE6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94299" y="711730"/>
            <a:ext cx="6355761" cy="2717270"/>
          </a:xfrm>
          <a:prstGeom prst="rect">
            <a:avLst/>
          </a:prstGeom>
        </p:spPr>
      </p:pic>
      <p:sp>
        <p:nvSpPr>
          <p:cNvPr id="9" name="CuadroTexto 8">
            <a:extLst>
              <a:ext uri="{FF2B5EF4-FFF2-40B4-BE49-F238E27FC236}">
                <a16:creationId xmlns:a16="http://schemas.microsoft.com/office/drawing/2014/main" id="{F99B0CF7-26C7-9204-1DB1-791E88AEA390}"/>
              </a:ext>
            </a:extLst>
          </p:cNvPr>
          <p:cNvSpPr txBox="1"/>
          <p:nvPr/>
        </p:nvSpPr>
        <p:spPr>
          <a:xfrm>
            <a:off x="2166152" y="302712"/>
            <a:ext cx="4580876" cy="369332"/>
          </a:xfrm>
          <a:prstGeom prst="rect">
            <a:avLst/>
          </a:prstGeom>
          <a:noFill/>
        </p:spPr>
        <p:txBody>
          <a:bodyPr wrap="square">
            <a:spAutoFit/>
          </a:bodyPr>
          <a:lstStyle/>
          <a:p>
            <a:pPr algn="ctr"/>
            <a:r>
              <a:rPr lang="es-MX" dirty="0"/>
              <a:t>Ejemplo de Perforaciones Agregadas</a:t>
            </a:r>
          </a:p>
        </p:txBody>
      </p:sp>
      <p:pic>
        <p:nvPicPr>
          <p:cNvPr id="11" name="Imagen 10">
            <a:extLst>
              <a:ext uri="{FF2B5EF4-FFF2-40B4-BE49-F238E27FC236}">
                <a16:creationId xmlns:a16="http://schemas.microsoft.com/office/drawing/2014/main" id="{0CE0BE8F-B03A-C9ED-B8BA-C38E91C38468}"/>
              </a:ext>
            </a:extLst>
          </p:cNvPr>
          <p:cNvPicPr>
            <a:picLocks noChangeAspect="1"/>
          </p:cNvPicPr>
          <p:nvPr/>
        </p:nvPicPr>
        <p:blipFill>
          <a:blip r:embed="rId3">
            <a:extLst>
              <a:ext uri="{28A0092B-C50C-407E-A947-70E740481C1C}">
                <a14:useLocalDpi xmlns:a14="http://schemas.microsoft.com/office/drawing/2010/main" val="0"/>
              </a:ext>
            </a:extLst>
          </a:blip>
          <a:srcRect t="2768" r="25441" b="11815"/>
          <a:stretch>
            <a:fillRect/>
          </a:stretch>
        </p:blipFill>
        <p:spPr>
          <a:xfrm>
            <a:off x="0" y="3728621"/>
            <a:ext cx="4181383" cy="2417649"/>
          </a:xfrm>
          <a:prstGeom prst="rect">
            <a:avLst/>
          </a:prstGeom>
        </p:spPr>
      </p:pic>
      <p:pic>
        <p:nvPicPr>
          <p:cNvPr id="13" name="Imagen 12">
            <a:extLst>
              <a:ext uri="{FF2B5EF4-FFF2-40B4-BE49-F238E27FC236}">
                <a16:creationId xmlns:a16="http://schemas.microsoft.com/office/drawing/2014/main" id="{59D16E56-ED9F-BC5C-7EB7-A3698F83E1CF}"/>
              </a:ext>
            </a:extLst>
          </p:cNvPr>
          <p:cNvPicPr>
            <a:picLocks noChangeAspect="1"/>
          </p:cNvPicPr>
          <p:nvPr/>
        </p:nvPicPr>
        <p:blipFill>
          <a:blip r:embed="rId4">
            <a:extLst>
              <a:ext uri="{28A0092B-C50C-407E-A947-70E740481C1C}">
                <a14:useLocalDpi xmlns:a14="http://schemas.microsoft.com/office/drawing/2010/main" val="0"/>
              </a:ext>
            </a:extLst>
          </a:blip>
          <a:srcRect r="8507"/>
          <a:stretch>
            <a:fillRect/>
          </a:stretch>
        </p:blipFill>
        <p:spPr>
          <a:xfrm>
            <a:off x="4421080" y="3728619"/>
            <a:ext cx="4545366" cy="2456025"/>
          </a:xfrm>
          <a:prstGeom prst="rect">
            <a:avLst/>
          </a:prstGeom>
        </p:spPr>
      </p:pic>
      <p:sp>
        <p:nvSpPr>
          <p:cNvPr id="15" name="CuadroTexto 14">
            <a:extLst>
              <a:ext uri="{FF2B5EF4-FFF2-40B4-BE49-F238E27FC236}">
                <a16:creationId xmlns:a16="http://schemas.microsoft.com/office/drawing/2014/main" id="{ABDF8703-C805-2749-0767-146D255C0923}"/>
              </a:ext>
            </a:extLst>
          </p:cNvPr>
          <p:cNvSpPr txBox="1"/>
          <p:nvPr/>
        </p:nvSpPr>
        <p:spPr>
          <a:xfrm>
            <a:off x="1793289" y="6184644"/>
            <a:ext cx="4580876" cy="646331"/>
          </a:xfrm>
          <a:prstGeom prst="rect">
            <a:avLst/>
          </a:prstGeom>
          <a:noFill/>
        </p:spPr>
        <p:txBody>
          <a:bodyPr wrap="square">
            <a:spAutoFit/>
          </a:bodyPr>
          <a:lstStyle/>
          <a:p>
            <a:pPr algn="ctr"/>
            <a:r>
              <a:rPr lang="es-MX" dirty="0"/>
              <a:t>Ejemplos de Perforaciones de  formas de agregar un nueva perforación</a:t>
            </a:r>
          </a:p>
        </p:txBody>
      </p:sp>
    </p:spTree>
    <p:extLst>
      <p:ext uri="{BB962C8B-B14F-4D97-AF65-F5344CB8AC3E}">
        <p14:creationId xmlns:p14="http://schemas.microsoft.com/office/powerpoint/2010/main" val="415965425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uadroTexto 4">
            <a:extLst>
              <a:ext uri="{FF2B5EF4-FFF2-40B4-BE49-F238E27FC236}">
                <a16:creationId xmlns:a16="http://schemas.microsoft.com/office/drawing/2014/main" id="{E18E5E16-AD3B-E5D5-D94F-4BB1ECE434B1}"/>
              </a:ext>
            </a:extLst>
          </p:cNvPr>
          <p:cNvSpPr txBox="1"/>
          <p:nvPr/>
        </p:nvSpPr>
        <p:spPr>
          <a:xfrm>
            <a:off x="2219418" y="1399927"/>
            <a:ext cx="4580876" cy="4328364"/>
          </a:xfrm>
          <a:prstGeom prst="rect">
            <a:avLst/>
          </a:prstGeom>
          <a:noFill/>
        </p:spPr>
        <p:txBody>
          <a:bodyPr wrap="square">
            <a:spAutoFit/>
          </a:bodyPr>
          <a:lstStyle/>
          <a:p>
            <a:pPr>
              <a:lnSpc>
                <a:spcPct val="107000"/>
              </a:lnSpc>
              <a:spcAft>
                <a:spcPts val="800"/>
              </a:spcAft>
              <a:buNone/>
            </a:pPr>
            <a:r>
              <a:rPr lang="es-AR" sz="1800" dirty="0">
                <a:effectLst/>
                <a:latin typeface="Lato" panose="020F0502020204030203" pitchFamily="34" charset="0"/>
                <a:ea typeface="Lato" panose="020F0502020204030203" pitchFamily="34" charset="0"/>
                <a:cs typeface="Lato" panose="020F0502020204030203" pitchFamily="34" charset="0"/>
              </a:rPr>
              <a:t> </a:t>
            </a:r>
            <a:endParaRPr lang="es-AR" sz="1800" dirty="0">
              <a:effectLst/>
              <a:latin typeface="Calibri" panose="020F0502020204030204" pitchFamily="34" charset="0"/>
              <a:ea typeface="Calibri" panose="020F0502020204030204" pitchFamily="34" charset="0"/>
            </a:endParaRPr>
          </a:p>
          <a:p>
            <a:pPr marL="342900" lvl="0" indent="-342900">
              <a:lnSpc>
                <a:spcPct val="107000"/>
              </a:lnSpc>
              <a:buFont typeface="+mj-lt"/>
              <a:buAutoNum type="arabicPeriod"/>
            </a:pPr>
            <a:r>
              <a:rPr lang="es-AR" sz="1800" b="1" dirty="0">
                <a:solidFill>
                  <a:srgbClr val="002060"/>
                </a:solidFill>
                <a:effectLst/>
                <a:latin typeface="Lato" panose="020F0502020204030203" pitchFamily="34" charset="0"/>
                <a:ea typeface="Lato" panose="020F0502020204030203" pitchFamily="34" charset="0"/>
                <a:cs typeface="Lato" panose="020F0502020204030203" pitchFamily="34" charset="0"/>
              </a:rPr>
              <a:t>Renombrado:</a:t>
            </a:r>
            <a:r>
              <a:rPr lang="es-AR" sz="1800" dirty="0">
                <a:solidFill>
                  <a:srgbClr val="002060"/>
                </a:solidFill>
                <a:effectLst/>
                <a:latin typeface="Lato" panose="020F0502020204030203" pitchFamily="34" charset="0"/>
                <a:ea typeface="Lato" panose="020F0502020204030203" pitchFamily="34" charset="0"/>
                <a:cs typeface="Lato" panose="020F0502020204030203" pitchFamily="34" charset="0"/>
              </a:rPr>
              <a:t> La extensión del archivo descargado se cambia de `.KMZ` o `.KML` a `.ZIP`.</a:t>
            </a:r>
            <a:endParaRPr lang="es-AR" sz="1800" dirty="0">
              <a:solidFill>
                <a:srgbClr val="002060"/>
              </a:solidFill>
              <a:effectLst/>
              <a:latin typeface="Calibri" panose="020F0502020204030204" pitchFamily="34" charset="0"/>
              <a:ea typeface="Calibri" panose="020F0502020204030204" pitchFamily="34" charset="0"/>
            </a:endParaRPr>
          </a:p>
          <a:p>
            <a:pPr marL="342900" lvl="0" indent="-342900">
              <a:lnSpc>
                <a:spcPct val="107000"/>
              </a:lnSpc>
              <a:buFont typeface="+mj-lt"/>
              <a:buAutoNum type="arabicPeriod"/>
            </a:pPr>
            <a:r>
              <a:rPr lang="es-AR" sz="1800" b="1" dirty="0">
                <a:solidFill>
                  <a:srgbClr val="002060"/>
                </a:solidFill>
                <a:effectLst/>
                <a:latin typeface="Lato" panose="020F0502020204030203" pitchFamily="34" charset="0"/>
                <a:ea typeface="Lato" panose="020F0502020204030203" pitchFamily="34" charset="0"/>
                <a:cs typeface="Lato" panose="020F0502020204030203" pitchFamily="34" charset="0"/>
              </a:rPr>
              <a:t>Acceso:</a:t>
            </a:r>
            <a:r>
              <a:rPr lang="es-AR" sz="1800" dirty="0">
                <a:solidFill>
                  <a:srgbClr val="002060"/>
                </a:solidFill>
                <a:effectLst/>
                <a:latin typeface="Lato" panose="020F0502020204030203" pitchFamily="34" charset="0"/>
                <a:ea typeface="Lato" panose="020F0502020204030203" pitchFamily="34" charset="0"/>
                <a:cs typeface="Lato" panose="020F0502020204030203" pitchFamily="34" charset="0"/>
              </a:rPr>
              <a:t> Se accede al archivo clave `doc.kml` que se encuentra en su interior.</a:t>
            </a:r>
            <a:endParaRPr lang="es-AR" sz="1800" dirty="0">
              <a:solidFill>
                <a:srgbClr val="002060"/>
              </a:solidFill>
              <a:effectLst/>
              <a:latin typeface="Calibri" panose="020F0502020204030204" pitchFamily="34" charset="0"/>
              <a:ea typeface="Calibri" panose="020F0502020204030204" pitchFamily="34" charset="0"/>
            </a:endParaRPr>
          </a:p>
          <a:p>
            <a:pPr marL="342900" lvl="0" indent="-342900">
              <a:lnSpc>
                <a:spcPct val="107000"/>
              </a:lnSpc>
              <a:buFont typeface="+mj-lt"/>
              <a:buAutoNum type="arabicPeriod"/>
            </a:pPr>
            <a:r>
              <a:rPr lang="es-AR" sz="1800" b="1" dirty="0">
                <a:solidFill>
                  <a:srgbClr val="002060"/>
                </a:solidFill>
                <a:effectLst/>
                <a:latin typeface="Lato" panose="020F0502020204030203" pitchFamily="34" charset="0"/>
                <a:ea typeface="Lato" panose="020F0502020204030203" pitchFamily="34" charset="0"/>
                <a:cs typeface="Lato" panose="020F0502020204030203" pitchFamily="34" charset="0"/>
              </a:rPr>
              <a:t>Edición Masiva con Python:</a:t>
            </a:r>
            <a:r>
              <a:rPr lang="es-AR" sz="1800" dirty="0">
                <a:solidFill>
                  <a:srgbClr val="002060"/>
                </a:solidFill>
                <a:effectLst/>
                <a:latin typeface="Lato" panose="020F0502020204030203" pitchFamily="34" charset="0"/>
                <a:ea typeface="Lato" panose="020F0502020204030203" pitchFamily="34" charset="0"/>
                <a:cs typeface="Lato" panose="020F0502020204030203" pitchFamily="34" charset="0"/>
              </a:rPr>
              <a:t> El script de Python lee el `doc.kml` y procede a la edición masiva y automática de las propiedades de los objetos.</a:t>
            </a:r>
            <a:endParaRPr lang="es-AR" sz="1800" dirty="0">
              <a:solidFill>
                <a:srgbClr val="002060"/>
              </a:solidFill>
              <a:effectLst/>
              <a:latin typeface="Calibri" panose="020F0502020204030204" pitchFamily="34" charset="0"/>
              <a:ea typeface="Calibri" panose="020F0502020204030204" pitchFamily="34" charset="0"/>
            </a:endParaRPr>
          </a:p>
          <a:p>
            <a:pPr marL="342900" lvl="0" indent="-342900">
              <a:lnSpc>
                <a:spcPct val="107000"/>
              </a:lnSpc>
              <a:spcAft>
                <a:spcPts val="800"/>
              </a:spcAft>
              <a:buFont typeface="+mj-lt"/>
              <a:buAutoNum type="arabicPeriod"/>
            </a:pPr>
            <a:r>
              <a:rPr lang="es-AR" sz="1800" b="1" dirty="0">
                <a:solidFill>
                  <a:srgbClr val="002060"/>
                </a:solidFill>
                <a:effectLst/>
                <a:latin typeface="Lato" panose="020F0502020204030203" pitchFamily="34" charset="0"/>
                <a:ea typeface="Lato" panose="020F0502020204030203" pitchFamily="34" charset="0"/>
                <a:cs typeface="Lato" panose="020F0502020204030203" pitchFamily="34" charset="0"/>
              </a:rPr>
              <a:t>Reempaquetado:</a:t>
            </a:r>
            <a:r>
              <a:rPr lang="es-AR" sz="1800" dirty="0">
                <a:solidFill>
                  <a:srgbClr val="002060"/>
                </a:solidFill>
                <a:effectLst/>
                <a:latin typeface="Lato" panose="020F0502020204030203" pitchFamily="34" charset="0"/>
                <a:ea typeface="Lato" panose="020F0502020204030203" pitchFamily="34" charset="0"/>
                <a:cs typeface="Lato" panose="020F0502020204030203" pitchFamily="34" charset="0"/>
              </a:rPr>
              <a:t> El archivo modificado se vuelve a comprimir y se renombra a `.KMZ`, creando una capa optimizada.</a:t>
            </a:r>
            <a:endParaRPr lang="es-AR" sz="1800" dirty="0">
              <a:solidFill>
                <a:srgbClr val="002060"/>
              </a:solidFill>
              <a:effectLst/>
              <a:latin typeface="Calibri" panose="020F0502020204030204" pitchFamily="34" charset="0"/>
              <a:ea typeface="Calibri" panose="020F0502020204030204" pitchFamily="34" charset="0"/>
            </a:endParaRPr>
          </a:p>
        </p:txBody>
      </p:sp>
      <p:sp>
        <p:nvSpPr>
          <p:cNvPr id="6" name="CuadroTexto 5">
            <a:extLst>
              <a:ext uri="{FF2B5EF4-FFF2-40B4-BE49-F238E27FC236}">
                <a16:creationId xmlns:a16="http://schemas.microsoft.com/office/drawing/2014/main" id="{A054A0EF-76EF-089D-FA6B-9C4F0AF44AEA}"/>
              </a:ext>
            </a:extLst>
          </p:cNvPr>
          <p:cNvSpPr txBox="1"/>
          <p:nvPr/>
        </p:nvSpPr>
        <p:spPr>
          <a:xfrm>
            <a:off x="2219418" y="1056443"/>
            <a:ext cx="4918229" cy="1200200"/>
          </a:xfrm>
          <a:prstGeom prst="rect">
            <a:avLst/>
          </a:prstGeom>
          <a:noFill/>
        </p:spPr>
        <p:txBody>
          <a:bodyPr wrap="square" rtlCol="0">
            <a:spAutoFit/>
          </a:bodyPr>
          <a:lstStyle/>
          <a:p>
            <a:pPr>
              <a:lnSpc>
                <a:spcPct val="107000"/>
              </a:lnSpc>
              <a:spcAft>
                <a:spcPts val="800"/>
              </a:spcAft>
              <a:buNone/>
            </a:pPr>
            <a:r>
              <a:rPr lang="es-AR" sz="2000" b="1" dirty="0">
                <a:latin typeface="Lato" panose="020F0502020204030203" pitchFamily="34" charset="0"/>
                <a:ea typeface="Lato" panose="020F0502020204030203" pitchFamily="34" charset="0"/>
                <a:cs typeface="Lato" panose="020F0502020204030203" pitchFamily="34" charset="0"/>
              </a:rPr>
              <a:t>Proceso Técnico a cambios de Capas </a:t>
            </a:r>
            <a:endParaRPr lang="es-AR" dirty="0">
              <a:latin typeface="Calibri" panose="020F0502020204030204" pitchFamily="34" charset="0"/>
              <a:ea typeface="Calibri" panose="020F0502020204030204" pitchFamily="34" charset="0"/>
            </a:endParaRPr>
          </a:p>
          <a:p>
            <a:pPr>
              <a:lnSpc>
                <a:spcPct val="107000"/>
              </a:lnSpc>
              <a:spcAft>
                <a:spcPts val="800"/>
              </a:spcAft>
              <a:buNone/>
            </a:pPr>
            <a:r>
              <a:rPr lang="es-AR" dirty="0">
                <a:latin typeface="Lato" panose="020F0502020204030203" pitchFamily="34" charset="0"/>
                <a:ea typeface="Lato" panose="020F0502020204030203" pitchFamily="34" charset="0"/>
                <a:cs typeface="Lato" panose="020F0502020204030203" pitchFamily="34" charset="0"/>
              </a:rPr>
              <a:t> </a:t>
            </a:r>
            <a:endParaRPr lang="es-AR" dirty="0">
              <a:latin typeface="Calibri" panose="020F0502020204030204" pitchFamily="34" charset="0"/>
              <a:ea typeface="Calibri" panose="020F0502020204030204" pitchFamily="34" charset="0"/>
            </a:endParaRPr>
          </a:p>
          <a:p>
            <a:endParaRPr lang="es-AR" dirty="0"/>
          </a:p>
        </p:txBody>
      </p:sp>
    </p:spTree>
    <p:extLst>
      <p:ext uri="{BB962C8B-B14F-4D97-AF65-F5344CB8AC3E}">
        <p14:creationId xmlns:p14="http://schemas.microsoft.com/office/powerpoint/2010/main" val="50630942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Imagen 2">
            <a:extLst>
              <a:ext uri="{FF2B5EF4-FFF2-40B4-BE49-F238E27FC236}">
                <a16:creationId xmlns:a16="http://schemas.microsoft.com/office/drawing/2014/main" id="{90EB602F-55EF-3781-EEBB-E3D232773413}"/>
              </a:ext>
            </a:extLst>
          </p:cNvPr>
          <p:cNvPicPr>
            <a:picLocks noChangeAspect="1"/>
          </p:cNvPicPr>
          <p:nvPr/>
        </p:nvPicPr>
        <p:blipFill>
          <a:blip r:embed="rId2"/>
          <a:stretch>
            <a:fillRect/>
          </a:stretch>
        </p:blipFill>
        <p:spPr>
          <a:xfrm>
            <a:off x="835148" y="1429305"/>
            <a:ext cx="7651904" cy="4011562"/>
          </a:xfrm>
          <a:prstGeom prst="rect">
            <a:avLst/>
          </a:prstGeom>
        </p:spPr>
      </p:pic>
      <p:sp>
        <p:nvSpPr>
          <p:cNvPr id="4" name="CuadroTexto 3">
            <a:extLst>
              <a:ext uri="{FF2B5EF4-FFF2-40B4-BE49-F238E27FC236}">
                <a16:creationId xmlns:a16="http://schemas.microsoft.com/office/drawing/2014/main" id="{F19E4B15-2962-04AF-B7F0-100B0FC1FF32}"/>
              </a:ext>
            </a:extLst>
          </p:cNvPr>
          <p:cNvSpPr txBox="1"/>
          <p:nvPr/>
        </p:nvSpPr>
        <p:spPr>
          <a:xfrm>
            <a:off x="2872337" y="630315"/>
            <a:ext cx="3554306" cy="369332"/>
          </a:xfrm>
          <a:prstGeom prst="rect">
            <a:avLst/>
          </a:prstGeom>
          <a:noFill/>
        </p:spPr>
        <p:txBody>
          <a:bodyPr wrap="none" rtlCol="0">
            <a:spAutoFit/>
          </a:bodyPr>
          <a:lstStyle/>
          <a:p>
            <a:r>
              <a:rPr lang="es-MX" dirty="0"/>
              <a:t>Cambios a Capas- Pozos San Rafael</a:t>
            </a:r>
            <a:endParaRPr lang="es-AR" dirty="0"/>
          </a:p>
        </p:txBody>
      </p:sp>
    </p:spTree>
    <p:extLst>
      <p:ext uri="{BB962C8B-B14F-4D97-AF65-F5344CB8AC3E}">
        <p14:creationId xmlns:p14="http://schemas.microsoft.com/office/powerpoint/2010/main" val="113785745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9BC400-A62D-D95B-BDDE-86B9F8C601ED}"/>
            </a:ext>
          </a:extLst>
        </p:cNvPr>
        <p:cNvGrpSpPr/>
        <p:nvPr/>
      </p:nvGrpSpPr>
      <p:grpSpPr>
        <a:xfrm>
          <a:off x="0" y="0"/>
          <a:ext cx="0" cy="0"/>
          <a:chOff x="0" y="0"/>
          <a:chExt cx="0" cy="0"/>
        </a:xfrm>
      </p:grpSpPr>
      <p:sp>
        <p:nvSpPr>
          <p:cNvPr id="4" name="CuadroTexto 3">
            <a:extLst>
              <a:ext uri="{FF2B5EF4-FFF2-40B4-BE49-F238E27FC236}">
                <a16:creationId xmlns:a16="http://schemas.microsoft.com/office/drawing/2014/main" id="{2145BCD0-6926-86B2-FF2D-0835D1B2C7CD}"/>
              </a:ext>
            </a:extLst>
          </p:cNvPr>
          <p:cNvSpPr txBox="1"/>
          <p:nvPr/>
        </p:nvSpPr>
        <p:spPr>
          <a:xfrm>
            <a:off x="3032135" y="692459"/>
            <a:ext cx="3554306" cy="369332"/>
          </a:xfrm>
          <a:prstGeom prst="rect">
            <a:avLst/>
          </a:prstGeom>
          <a:noFill/>
        </p:spPr>
        <p:txBody>
          <a:bodyPr wrap="none" rtlCol="0">
            <a:spAutoFit/>
          </a:bodyPr>
          <a:lstStyle/>
          <a:p>
            <a:r>
              <a:rPr lang="es-MX" dirty="0"/>
              <a:t>Cambios a Capas- Pozos San Rafael</a:t>
            </a:r>
            <a:endParaRPr lang="es-AR" dirty="0"/>
          </a:p>
        </p:txBody>
      </p:sp>
      <p:pic>
        <p:nvPicPr>
          <p:cNvPr id="5" name="Imagen 4">
            <a:extLst>
              <a:ext uri="{FF2B5EF4-FFF2-40B4-BE49-F238E27FC236}">
                <a16:creationId xmlns:a16="http://schemas.microsoft.com/office/drawing/2014/main" id="{90E7A50B-D1ED-22B1-6AA6-5FCD8F4AE2FF}"/>
              </a:ext>
            </a:extLst>
          </p:cNvPr>
          <p:cNvPicPr>
            <a:picLocks noChangeAspect="1"/>
          </p:cNvPicPr>
          <p:nvPr/>
        </p:nvPicPr>
        <p:blipFill>
          <a:blip r:embed="rId2"/>
          <a:stretch>
            <a:fillRect/>
          </a:stretch>
        </p:blipFill>
        <p:spPr>
          <a:xfrm>
            <a:off x="1020790" y="1335182"/>
            <a:ext cx="7333097" cy="4602440"/>
          </a:xfrm>
          <a:prstGeom prst="rect">
            <a:avLst/>
          </a:prstGeom>
        </p:spPr>
      </p:pic>
    </p:spTree>
    <p:extLst>
      <p:ext uri="{BB962C8B-B14F-4D97-AF65-F5344CB8AC3E}">
        <p14:creationId xmlns:p14="http://schemas.microsoft.com/office/powerpoint/2010/main" val="294108859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1C6750-7813-24C1-189A-2240D99B5BBA}"/>
            </a:ext>
          </a:extLst>
        </p:cNvPr>
        <p:cNvGrpSpPr/>
        <p:nvPr/>
      </p:nvGrpSpPr>
      <p:grpSpPr>
        <a:xfrm>
          <a:off x="0" y="0"/>
          <a:ext cx="0" cy="0"/>
          <a:chOff x="0" y="0"/>
          <a:chExt cx="0" cy="0"/>
        </a:xfrm>
      </p:grpSpPr>
      <p:sp>
        <p:nvSpPr>
          <p:cNvPr id="4" name="CuadroTexto 3">
            <a:extLst>
              <a:ext uri="{FF2B5EF4-FFF2-40B4-BE49-F238E27FC236}">
                <a16:creationId xmlns:a16="http://schemas.microsoft.com/office/drawing/2014/main" id="{5D8B3898-D3BF-F77F-2F8A-798B998DF0B0}"/>
              </a:ext>
            </a:extLst>
          </p:cNvPr>
          <p:cNvSpPr txBox="1"/>
          <p:nvPr/>
        </p:nvSpPr>
        <p:spPr>
          <a:xfrm>
            <a:off x="2794847" y="630315"/>
            <a:ext cx="3554306" cy="369332"/>
          </a:xfrm>
          <a:prstGeom prst="rect">
            <a:avLst/>
          </a:prstGeom>
          <a:noFill/>
        </p:spPr>
        <p:txBody>
          <a:bodyPr wrap="none" rtlCol="0">
            <a:spAutoFit/>
          </a:bodyPr>
          <a:lstStyle/>
          <a:p>
            <a:r>
              <a:rPr lang="es-MX" dirty="0"/>
              <a:t>Cambios a Capas- Pozos San Rafael</a:t>
            </a:r>
            <a:endParaRPr lang="es-AR" dirty="0"/>
          </a:p>
        </p:txBody>
      </p:sp>
      <p:pic>
        <p:nvPicPr>
          <p:cNvPr id="3" name="Imagen 2">
            <a:extLst>
              <a:ext uri="{FF2B5EF4-FFF2-40B4-BE49-F238E27FC236}">
                <a16:creationId xmlns:a16="http://schemas.microsoft.com/office/drawing/2014/main" id="{513AF06A-0667-5A65-AD20-2C9D7CFAE959}"/>
              </a:ext>
            </a:extLst>
          </p:cNvPr>
          <p:cNvPicPr>
            <a:picLocks noChangeAspect="1"/>
          </p:cNvPicPr>
          <p:nvPr/>
        </p:nvPicPr>
        <p:blipFill>
          <a:blip r:embed="rId2"/>
          <a:stretch>
            <a:fillRect/>
          </a:stretch>
        </p:blipFill>
        <p:spPr>
          <a:xfrm>
            <a:off x="1657429" y="1115057"/>
            <a:ext cx="5829141" cy="4817964"/>
          </a:xfrm>
          <a:prstGeom prst="rect">
            <a:avLst/>
          </a:prstGeom>
        </p:spPr>
      </p:pic>
    </p:spTree>
    <p:extLst>
      <p:ext uri="{BB962C8B-B14F-4D97-AF65-F5344CB8AC3E}">
        <p14:creationId xmlns:p14="http://schemas.microsoft.com/office/powerpoint/2010/main" val="150073353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uadroTexto 2">
            <a:extLst>
              <a:ext uri="{FF2B5EF4-FFF2-40B4-BE49-F238E27FC236}">
                <a16:creationId xmlns:a16="http://schemas.microsoft.com/office/drawing/2014/main" id="{E08C7617-8448-43DA-BC30-63FD13F7BCF4}"/>
              </a:ext>
            </a:extLst>
          </p:cNvPr>
          <p:cNvSpPr txBox="1"/>
          <p:nvPr/>
        </p:nvSpPr>
        <p:spPr>
          <a:xfrm>
            <a:off x="1429305" y="725295"/>
            <a:ext cx="10093910" cy="1077218"/>
          </a:xfrm>
          <a:prstGeom prst="rect">
            <a:avLst/>
          </a:prstGeom>
          <a:noFill/>
        </p:spPr>
        <p:txBody>
          <a:bodyPr wrap="square">
            <a:spAutoFit/>
          </a:bodyPr>
          <a:lstStyle/>
          <a:p>
            <a:r>
              <a:rPr lang="es-MX" sz="4000" dirty="0"/>
              <a:t>Usos Prácticos </a:t>
            </a:r>
          </a:p>
          <a:p>
            <a:r>
              <a:rPr lang="es-MX" sz="2400" dirty="0">
                <a:solidFill>
                  <a:srgbClr val="FF0000"/>
                </a:solidFill>
              </a:rPr>
              <a:t>Envió de Correo Automático</a:t>
            </a:r>
            <a:endParaRPr lang="es-AR" sz="2400" dirty="0">
              <a:solidFill>
                <a:srgbClr val="FF0000"/>
              </a:solidFill>
            </a:endParaRPr>
          </a:p>
        </p:txBody>
      </p:sp>
      <p:sp>
        <p:nvSpPr>
          <p:cNvPr id="5" name="CuadroTexto 4">
            <a:extLst>
              <a:ext uri="{FF2B5EF4-FFF2-40B4-BE49-F238E27FC236}">
                <a16:creationId xmlns:a16="http://schemas.microsoft.com/office/drawing/2014/main" id="{EC6B9E30-D0AC-BC0E-A4F3-F663FF28FB4B}"/>
              </a:ext>
            </a:extLst>
          </p:cNvPr>
          <p:cNvSpPr txBox="1"/>
          <p:nvPr/>
        </p:nvSpPr>
        <p:spPr>
          <a:xfrm>
            <a:off x="1429305" y="1998307"/>
            <a:ext cx="5770484" cy="3139321"/>
          </a:xfrm>
          <a:prstGeom prst="rect">
            <a:avLst/>
          </a:prstGeom>
          <a:noFill/>
        </p:spPr>
        <p:txBody>
          <a:bodyPr wrap="square">
            <a:spAutoFit/>
          </a:bodyPr>
          <a:lstStyle/>
          <a:p>
            <a:pPr marL="285750" indent="-285750">
              <a:buFont typeface="Arial" panose="020B0604020202020204" pitchFamily="34" charset="0"/>
              <a:buChar char="•"/>
            </a:pPr>
            <a:r>
              <a:rPr lang="es-MX" b="1" dirty="0">
                <a:solidFill>
                  <a:schemeClr val="accent5">
                    <a:lumMod val="10000"/>
                  </a:schemeClr>
                </a:solidFill>
              </a:rPr>
              <a:t>Envió Automático de correos tomando fechas de vencimiento  </a:t>
            </a:r>
          </a:p>
          <a:p>
            <a:pPr marL="285750" indent="-285750">
              <a:buFont typeface="Arial" panose="020B0604020202020204" pitchFamily="34" charset="0"/>
              <a:buChar char="•"/>
            </a:pPr>
            <a:r>
              <a:rPr lang="es-MX" b="1" dirty="0">
                <a:solidFill>
                  <a:schemeClr val="accent5">
                    <a:lumMod val="10000"/>
                  </a:schemeClr>
                </a:solidFill>
              </a:rPr>
              <a:t>Eliminar una tarea de control , para que funcione de forma automática generando un aviso al usuario  y al empleado de irrigación sobre las fechas de vencimiento de los cheques de cegado.</a:t>
            </a:r>
          </a:p>
          <a:p>
            <a:pPr marL="285750" indent="-285750">
              <a:buFont typeface="Arial" panose="020B0604020202020204" pitchFamily="34" charset="0"/>
              <a:buChar char="•"/>
            </a:pPr>
            <a:r>
              <a:rPr lang="es-MX" b="1" dirty="0">
                <a:solidFill>
                  <a:schemeClr val="accent5">
                    <a:lumMod val="10000"/>
                  </a:schemeClr>
                </a:solidFill>
              </a:rPr>
              <a:t>Control mas seguro y sencillo en un área donde las fechas de caducidad impactan directamente sobre el bolsillo del cliente y la responsabilidad del ente regulador </a:t>
            </a:r>
          </a:p>
          <a:p>
            <a:pPr marL="285750" indent="-285750">
              <a:buFont typeface="Arial" panose="020B0604020202020204" pitchFamily="34" charset="0"/>
              <a:buChar char="•"/>
            </a:pPr>
            <a:endParaRPr lang="es-AR" b="1" dirty="0">
              <a:solidFill>
                <a:schemeClr val="accent5">
                  <a:lumMod val="10000"/>
                </a:schemeClr>
              </a:solidFill>
            </a:endParaRPr>
          </a:p>
        </p:txBody>
      </p:sp>
    </p:spTree>
    <p:extLst>
      <p:ext uri="{BB962C8B-B14F-4D97-AF65-F5344CB8AC3E}">
        <p14:creationId xmlns:p14="http://schemas.microsoft.com/office/powerpoint/2010/main" val="236754670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Imagen 6">
            <a:extLst>
              <a:ext uri="{FF2B5EF4-FFF2-40B4-BE49-F238E27FC236}">
                <a16:creationId xmlns:a16="http://schemas.microsoft.com/office/drawing/2014/main" id="{5BF24C35-64FA-090E-2335-4B132AD0D430}"/>
              </a:ext>
            </a:extLst>
          </p:cNvPr>
          <p:cNvPicPr>
            <a:picLocks noChangeAspect="1"/>
          </p:cNvPicPr>
          <p:nvPr/>
        </p:nvPicPr>
        <p:blipFill>
          <a:blip r:embed="rId2"/>
          <a:stretch>
            <a:fillRect/>
          </a:stretch>
        </p:blipFill>
        <p:spPr>
          <a:xfrm>
            <a:off x="1201515" y="1278383"/>
            <a:ext cx="7170128" cy="3558620"/>
          </a:xfrm>
          <a:prstGeom prst="rect">
            <a:avLst/>
          </a:prstGeom>
        </p:spPr>
      </p:pic>
      <p:sp>
        <p:nvSpPr>
          <p:cNvPr id="9" name="CuadroTexto 8">
            <a:extLst>
              <a:ext uri="{FF2B5EF4-FFF2-40B4-BE49-F238E27FC236}">
                <a16:creationId xmlns:a16="http://schemas.microsoft.com/office/drawing/2014/main" id="{9BFC9F17-E851-A9C3-79DE-17BC905CC5FE}"/>
              </a:ext>
            </a:extLst>
          </p:cNvPr>
          <p:cNvSpPr txBox="1"/>
          <p:nvPr/>
        </p:nvSpPr>
        <p:spPr>
          <a:xfrm>
            <a:off x="2281562" y="4910221"/>
            <a:ext cx="4580876" cy="369332"/>
          </a:xfrm>
          <a:prstGeom prst="rect">
            <a:avLst/>
          </a:prstGeom>
          <a:noFill/>
        </p:spPr>
        <p:txBody>
          <a:bodyPr wrap="square">
            <a:spAutoFit/>
          </a:bodyPr>
          <a:lstStyle/>
          <a:p>
            <a:pPr algn="ctr"/>
            <a:r>
              <a:rPr lang="es-MX" dirty="0"/>
              <a:t>Ejemplos de envió de correo </a:t>
            </a:r>
          </a:p>
        </p:txBody>
      </p:sp>
    </p:spTree>
    <p:extLst>
      <p:ext uri="{BB962C8B-B14F-4D97-AF65-F5344CB8AC3E}">
        <p14:creationId xmlns:p14="http://schemas.microsoft.com/office/powerpoint/2010/main" val="202568847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Imagen 2">
            <a:extLst>
              <a:ext uri="{FF2B5EF4-FFF2-40B4-BE49-F238E27FC236}">
                <a16:creationId xmlns:a16="http://schemas.microsoft.com/office/drawing/2014/main" id="{A6C23570-B2D9-F9A5-DE1E-FD07C46A6529}"/>
              </a:ext>
            </a:extLst>
          </p:cNvPr>
          <p:cNvPicPr>
            <a:picLocks noChangeAspect="1"/>
          </p:cNvPicPr>
          <p:nvPr/>
        </p:nvPicPr>
        <p:blipFill>
          <a:blip r:embed="rId2"/>
          <a:stretch>
            <a:fillRect/>
          </a:stretch>
        </p:blipFill>
        <p:spPr>
          <a:xfrm>
            <a:off x="1278385" y="180782"/>
            <a:ext cx="6241790" cy="2953035"/>
          </a:xfrm>
          <a:prstGeom prst="rect">
            <a:avLst/>
          </a:prstGeom>
        </p:spPr>
      </p:pic>
      <p:pic>
        <p:nvPicPr>
          <p:cNvPr id="5" name="Imagen 4">
            <a:extLst>
              <a:ext uri="{FF2B5EF4-FFF2-40B4-BE49-F238E27FC236}">
                <a16:creationId xmlns:a16="http://schemas.microsoft.com/office/drawing/2014/main" id="{F1E52409-F6BD-7EE6-BE26-7A9C295CC859}"/>
              </a:ext>
            </a:extLst>
          </p:cNvPr>
          <p:cNvPicPr>
            <a:picLocks noChangeAspect="1"/>
          </p:cNvPicPr>
          <p:nvPr/>
        </p:nvPicPr>
        <p:blipFill>
          <a:blip r:embed="rId3"/>
          <a:stretch>
            <a:fillRect/>
          </a:stretch>
        </p:blipFill>
        <p:spPr>
          <a:xfrm>
            <a:off x="1278384" y="3330458"/>
            <a:ext cx="6241789" cy="3104623"/>
          </a:xfrm>
          <a:prstGeom prst="rect">
            <a:avLst/>
          </a:prstGeom>
        </p:spPr>
      </p:pic>
      <p:sp>
        <p:nvSpPr>
          <p:cNvPr id="7" name="CuadroTexto 6">
            <a:extLst>
              <a:ext uri="{FF2B5EF4-FFF2-40B4-BE49-F238E27FC236}">
                <a16:creationId xmlns:a16="http://schemas.microsoft.com/office/drawing/2014/main" id="{E073A23C-7F35-7B47-BFAA-2A58ADA7C543}"/>
              </a:ext>
            </a:extLst>
          </p:cNvPr>
          <p:cNvSpPr txBox="1"/>
          <p:nvPr/>
        </p:nvSpPr>
        <p:spPr>
          <a:xfrm>
            <a:off x="1873189" y="6435081"/>
            <a:ext cx="4580876" cy="369332"/>
          </a:xfrm>
          <a:prstGeom prst="rect">
            <a:avLst/>
          </a:prstGeom>
          <a:noFill/>
        </p:spPr>
        <p:txBody>
          <a:bodyPr wrap="square">
            <a:spAutoFit/>
          </a:bodyPr>
          <a:lstStyle/>
          <a:p>
            <a:pPr algn="ctr"/>
            <a:r>
              <a:rPr lang="es-MX" dirty="0"/>
              <a:t>Ejemplos de envió de correo </a:t>
            </a:r>
          </a:p>
        </p:txBody>
      </p:sp>
    </p:spTree>
    <p:extLst>
      <p:ext uri="{BB962C8B-B14F-4D97-AF65-F5344CB8AC3E}">
        <p14:creationId xmlns:p14="http://schemas.microsoft.com/office/powerpoint/2010/main" val="303745344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Imagen 2">
            <a:extLst>
              <a:ext uri="{FF2B5EF4-FFF2-40B4-BE49-F238E27FC236}">
                <a16:creationId xmlns:a16="http://schemas.microsoft.com/office/drawing/2014/main" id="{42968D8E-B126-B417-3F12-8B2D767A4753}"/>
              </a:ext>
            </a:extLst>
          </p:cNvPr>
          <p:cNvPicPr>
            <a:picLocks noChangeAspect="1"/>
          </p:cNvPicPr>
          <p:nvPr/>
        </p:nvPicPr>
        <p:blipFill>
          <a:blip r:embed="rId2"/>
          <a:stretch>
            <a:fillRect/>
          </a:stretch>
        </p:blipFill>
        <p:spPr>
          <a:xfrm>
            <a:off x="973692" y="1100830"/>
            <a:ext cx="7566626" cy="1999695"/>
          </a:xfrm>
          <a:prstGeom prst="rect">
            <a:avLst/>
          </a:prstGeom>
        </p:spPr>
      </p:pic>
      <p:pic>
        <p:nvPicPr>
          <p:cNvPr id="5" name="Imagen 4">
            <a:extLst>
              <a:ext uri="{FF2B5EF4-FFF2-40B4-BE49-F238E27FC236}">
                <a16:creationId xmlns:a16="http://schemas.microsoft.com/office/drawing/2014/main" id="{DFAA961B-902E-2622-D7DE-723589572E5F}"/>
              </a:ext>
            </a:extLst>
          </p:cNvPr>
          <p:cNvPicPr>
            <a:picLocks noChangeAspect="1"/>
          </p:cNvPicPr>
          <p:nvPr/>
        </p:nvPicPr>
        <p:blipFill>
          <a:blip r:embed="rId3"/>
          <a:stretch>
            <a:fillRect/>
          </a:stretch>
        </p:blipFill>
        <p:spPr>
          <a:xfrm>
            <a:off x="973692" y="3100525"/>
            <a:ext cx="7395099" cy="2524767"/>
          </a:xfrm>
          <a:prstGeom prst="rect">
            <a:avLst/>
          </a:prstGeom>
        </p:spPr>
      </p:pic>
      <p:sp>
        <p:nvSpPr>
          <p:cNvPr id="6" name="CuadroTexto 5">
            <a:extLst>
              <a:ext uri="{FF2B5EF4-FFF2-40B4-BE49-F238E27FC236}">
                <a16:creationId xmlns:a16="http://schemas.microsoft.com/office/drawing/2014/main" id="{D7382157-603B-D029-DDEE-32B3F4132BA5}"/>
              </a:ext>
            </a:extLst>
          </p:cNvPr>
          <p:cNvSpPr txBox="1"/>
          <p:nvPr/>
        </p:nvSpPr>
        <p:spPr>
          <a:xfrm>
            <a:off x="1567186" y="5865812"/>
            <a:ext cx="6208110" cy="646331"/>
          </a:xfrm>
          <a:prstGeom prst="rect">
            <a:avLst/>
          </a:prstGeom>
          <a:noFill/>
        </p:spPr>
        <p:txBody>
          <a:bodyPr wrap="none" rtlCol="0">
            <a:spAutoFit/>
          </a:bodyPr>
          <a:lstStyle/>
          <a:p>
            <a:r>
              <a:rPr lang="es-MX" dirty="0">
                <a:solidFill>
                  <a:schemeClr val="accent2"/>
                </a:solidFill>
              </a:rPr>
              <a:t>Si el correo fue enviado se marcara una casilla automáticamente </a:t>
            </a:r>
          </a:p>
          <a:p>
            <a:r>
              <a:rPr lang="es-MX" dirty="0">
                <a:solidFill>
                  <a:schemeClr val="accent2"/>
                </a:solidFill>
              </a:rPr>
              <a:t>que luego se leerá para evitar reiteraciones de spam</a:t>
            </a:r>
            <a:endParaRPr lang="es-AR" dirty="0">
              <a:solidFill>
                <a:schemeClr val="accent2"/>
              </a:solidFill>
            </a:endParaRPr>
          </a:p>
        </p:txBody>
      </p:sp>
      <p:sp>
        <p:nvSpPr>
          <p:cNvPr id="8" name="CuadroTexto 7">
            <a:extLst>
              <a:ext uri="{FF2B5EF4-FFF2-40B4-BE49-F238E27FC236}">
                <a16:creationId xmlns:a16="http://schemas.microsoft.com/office/drawing/2014/main" id="{12EA1391-55B7-082F-6FC7-39EE30C7FC54}"/>
              </a:ext>
            </a:extLst>
          </p:cNvPr>
          <p:cNvSpPr txBox="1"/>
          <p:nvPr/>
        </p:nvSpPr>
        <p:spPr>
          <a:xfrm>
            <a:off x="2190939" y="611238"/>
            <a:ext cx="4581052" cy="369332"/>
          </a:xfrm>
          <a:prstGeom prst="rect">
            <a:avLst/>
          </a:prstGeom>
          <a:noFill/>
        </p:spPr>
        <p:txBody>
          <a:bodyPr wrap="square">
            <a:spAutoFit/>
          </a:bodyPr>
          <a:lstStyle/>
          <a:p>
            <a:pPr algn="ctr"/>
            <a:r>
              <a:rPr lang="es-MX" dirty="0"/>
              <a:t>Interfaz del Google Sheets</a:t>
            </a:r>
          </a:p>
        </p:txBody>
      </p:sp>
    </p:spTree>
    <p:extLst>
      <p:ext uri="{BB962C8B-B14F-4D97-AF65-F5344CB8AC3E}">
        <p14:creationId xmlns:p14="http://schemas.microsoft.com/office/powerpoint/2010/main" val="289815711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Imagen 2">
            <a:extLst>
              <a:ext uri="{FF2B5EF4-FFF2-40B4-BE49-F238E27FC236}">
                <a16:creationId xmlns:a16="http://schemas.microsoft.com/office/drawing/2014/main" id="{118AABEE-638F-583E-DB7E-1CF94354DED8}"/>
              </a:ext>
            </a:extLst>
          </p:cNvPr>
          <p:cNvPicPr>
            <a:picLocks noChangeAspect="1"/>
          </p:cNvPicPr>
          <p:nvPr/>
        </p:nvPicPr>
        <p:blipFill>
          <a:blip r:embed="rId2"/>
          <a:stretch>
            <a:fillRect/>
          </a:stretch>
        </p:blipFill>
        <p:spPr>
          <a:xfrm>
            <a:off x="1029810" y="1349376"/>
            <a:ext cx="7403975" cy="3673051"/>
          </a:xfrm>
          <a:prstGeom prst="rect">
            <a:avLst/>
          </a:prstGeom>
        </p:spPr>
      </p:pic>
      <p:sp>
        <p:nvSpPr>
          <p:cNvPr id="7" name="CuadroTexto 6">
            <a:extLst>
              <a:ext uri="{FF2B5EF4-FFF2-40B4-BE49-F238E27FC236}">
                <a16:creationId xmlns:a16="http://schemas.microsoft.com/office/drawing/2014/main" id="{FE6F6134-6F7E-AA48-9F8A-C84A623F86F1}"/>
              </a:ext>
            </a:extLst>
          </p:cNvPr>
          <p:cNvSpPr txBox="1"/>
          <p:nvPr/>
        </p:nvSpPr>
        <p:spPr>
          <a:xfrm>
            <a:off x="2281562" y="716417"/>
            <a:ext cx="4580876" cy="369332"/>
          </a:xfrm>
          <a:prstGeom prst="rect">
            <a:avLst/>
          </a:prstGeom>
          <a:noFill/>
        </p:spPr>
        <p:txBody>
          <a:bodyPr wrap="square">
            <a:spAutoFit/>
          </a:bodyPr>
          <a:lstStyle/>
          <a:p>
            <a:pPr marL="0" algn="ctr" rtl="0" eaLnBrk="1" latinLnBrk="0" hangingPunct="1">
              <a:buNone/>
            </a:pPr>
            <a:r>
              <a:rPr lang="es-MX" dirty="0">
                <a:solidFill>
                  <a:srgbClr val="8C3F3F"/>
                </a:solidFill>
                <a:latin typeface="Tw Cen MT" panose="020B0602020104020603" pitchFamily="34" charset="0"/>
              </a:rPr>
              <a:t>Ejecución manual del sistema</a:t>
            </a:r>
            <a:endParaRPr lang="es-AR" dirty="0">
              <a:effectLst/>
            </a:endParaRPr>
          </a:p>
        </p:txBody>
      </p:sp>
    </p:spTree>
    <p:extLst>
      <p:ext uri="{BB962C8B-B14F-4D97-AF65-F5344CB8AC3E}">
        <p14:creationId xmlns:p14="http://schemas.microsoft.com/office/powerpoint/2010/main" val="369111388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Imagen 2">
            <a:extLst>
              <a:ext uri="{FF2B5EF4-FFF2-40B4-BE49-F238E27FC236}">
                <a16:creationId xmlns:a16="http://schemas.microsoft.com/office/drawing/2014/main" id="{FC79CB5A-8AA3-65BD-8A68-CBD152EF9A63}"/>
              </a:ext>
            </a:extLst>
          </p:cNvPr>
          <p:cNvPicPr>
            <a:picLocks noChangeAspect="1"/>
          </p:cNvPicPr>
          <p:nvPr/>
        </p:nvPicPr>
        <p:blipFill>
          <a:blip r:embed="rId2"/>
          <a:srcRect b="63252"/>
          <a:stretch>
            <a:fillRect/>
          </a:stretch>
        </p:blipFill>
        <p:spPr>
          <a:xfrm>
            <a:off x="1047177" y="1713391"/>
            <a:ext cx="7351097" cy="1003176"/>
          </a:xfrm>
          <a:prstGeom prst="rect">
            <a:avLst/>
          </a:prstGeom>
        </p:spPr>
      </p:pic>
      <p:sp>
        <p:nvSpPr>
          <p:cNvPr id="4" name="CuadroTexto 3">
            <a:extLst>
              <a:ext uri="{FF2B5EF4-FFF2-40B4-BE49-F238E27FC236}">
                <a16:creationId xmlns:a16="http://schemas.microsoft.com/office/drawing/2014/main" id="{AE93C5B3-75C2-F11E-193E-EB40CBB4D04F}"/>
              </a:ext>
            </a:extLst>
          </p:cNvPr>
          <p:cNvSpPr txBox="1"/>
          <p:nvPr/>
        </p:nvSpPr>
        <p:spPr>
          <a:xfrm>
            <a:off x="1278384" y="890955"/>
            <a:ext cx="5910592" cy="800219"/>
          </a:xfrm>
          <a:prstGeom prst="rect">
            <a:avLst/>
          </a:prstGeom>
          <a:noFill/>
        </p:spPr>
        <p:txBody>
          <a:bodyPr wrap="none" rtlCol="0">
            <a:spAutoFit/>
          </a:bodyPr>
          <a:lstStyle/>
          <a:p>
            <a:r>
              <a:rPr lang="es-MX" dirty="0"/>
              <a:t>Imagen de los Activadores. </a:t>
            </a:r>
          </a:p>
          <a:p>
            <a:pPr marL="342900" indent="-342900">
              <a:buFont typeface="+mj-lt"/>
              <a:buAutoNum type="arabicPeriod"/>
            </a:pPr>
            <a:r>
              <a:rPr lang="es-MX" sz="1400" dirty="0">
                <a:solidFill>
                  <a:schemeClr val="accent2"/>
                </a:solidFill>
              </a:rPr>
              <a:t>Se ejecuta automáticamente el sistema cada 12 horas</a:t>
            </a:r>
          </a:p>
          <a:p>
            <a:pPr marL="342900" indent="-342900">
              <a:buFont typeface="+mj-lt"/>
              <a:buAutoNum type="arabicPeriod"/>
            </a:pPr>
            <a:r>
              <a:rPr lang="es-MX" sz="1400" dirty="0">
                <a:solidFill>
                  <a:schemeClr val="accent2"/>
                </a:solidFill>
              </a:rPr>
              <a:t>Se ejecuta automáticamente el sistema al realizar un cambio en la planilla </a:t>
            </a:r>
            <a:endParaRPr lang="es-AR" sz="1400" dirty="0">
              <a:solidFill>
                <a:schemeClr val="accent2"/>
              </a:solidFill>
            </a:endParaRPr>
          </a:p>
        </p:txBody>
      </p:sp>
      <p:pic>
        <p:nvPicPr>
          <p:cNvPr id="6" name="Imagen 5">
            <a:extLst>
              <a:ext uri="{FF2B5EF4-FFF2-40B4-BE49-F238E27FC236}">
                <a16:creationId xmlns:a16="http://schemas.microsoft.com/office/drawing/2014/main" id="{43D37AD7-E6DC-D2CD-2C38-4346C489B187}"/>
              </a:ext>
            </a:extLst>
          </p:cNvPr>
          <p:cNvPicPr>
            <a:picLocks noChangeAspect="1"/>
          </p:cNvPicPr>
          <p:nvPr/>
        </p:nvPicPr>
        <p:blipFill>
          <a:blip r:embed="rId3"/>
          <a:stretch>
            <a:fillRect/>
          </a:stretch>
        </p:blipFill>
        <p:spPr>
          <a:xfrm>
            <a:off x="1047177" y="3516987"/>
            <a:ext cx="5436376" cy="2905650"/>
          </a:xfrm>
          <a:prstGeom prst="rect">
            <a:avLst/>
          </a:prstGeom>
        </p:spPr>
      </p:pic>
      <p:sp>
        <p:nvSpPr>
          <p:cNvPr id="8" name="CuadroTexto 7">
            <a:extLst>
              <a:ext uri="{FF2B5EF4-FFF2-40B4-BE49-F238E27FC236}">
                <a16:creationId xmlns:a16="http://schemas.microsoft.com/office/drawing/2014/main" id="{6CEA3E36-ACFF-5369-9B9F-F76411E87DF4}"/>
              </a:ext>
            </a:extLst>
          </p:cNvPr>
          <p:cNvSpPr txBox="1"/>
          <p:nvPr/>
        </p:nvSpPr>
        <p:spPr>
          <a:xfrm>
            <a:off x="1278384" y="2655213"/>
            <a:ext cx="4579620" cy="861774"/>
          </a:xfrm>
          <a:prstGeom prst="rect">
            <a:avLst/>
          </a:prstGeom>
          <a:noFill/>
        </p:spPr>
        <p:txBody>
          <a:bodyPr wrap="square">
            <a:spAutoFit/>
          </a:bodyPr>
          <a:lstStyle/>
          <a:p>
            <a:r>
              <a:rPr lang="es-MX" dirty="0"/>
              <a:t>Sistema de Protección de celdas .</a:t>
            </a:r>
          </a:p>
          <a:p>
            <a:r>
              <a:rPr lang="es-MX" sz="1400" dirty="0">
                <a:solidFill>
                  <a:schemeClr val="accent2"/>
                </a:solidFill>
              </a:rPr>
              <a:t>Evita cambios de columnas lo cual arruinaría la correcta lectura de los datos </a:t>
            </a:r>
            <a:r>
              <a:rPr lang="es-MX" dirty="0"/>
              <a:t> </a:t>
            </a:r>
          </a:p>
        </p:txBody>
      </p:sp>
    </p:spTree>
    <p:extLst>
      <p:ext uri="{BB962C8B-B14F-4D97-AF65-F5344CB8AC3E}">
        <p14:creationId xmlns:p14="http://schemas.microsoft.com/office/powerpoint/2010/main" val="419579637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Imagen 2">
            <a:extLst>
              <a:ext uri="{FF2B5EF4-FFF2-40B4-BE49-F238E27FC236}">
                <a16:creationId xmlns:a16="http://schemas.microsoft.com/office/drawing/2014/main" id="{ED47004F-87ED-A227-D661-ADD638B9DB22}"/>
              </a:ext>
            </a:extLst>
          </p:cNvPr>
          <p:cNvPicPr>
            <a:picLocks noChangeAspect="1"/>
          </p:cNvPicPr>
          <p:nvPr/>
        </p:nvPicPr>
        <p:blipFill>
          <a:blip r:embed="rId2"/>
          <a:stretch>
            <a:fillRect/>
          </a:stretch>
        </p:blipFill>
        <p:spPr>
          <a:xfrm>
            <a:off x="2302002" y="171943"/>
            <a:ext cx="4387596" cy="5078236"/>
          </a:xfrm>
          <a:prstGeom prst="rect">
            <a:avLst/>
          </a:prstGeom>
        </p:spPr>
      </p:pic>
      <p:sp>
        <p:nvSpPr>
          <p:cNvPr id="5" name="CuadroTexto 4">
            <a:extLst>
              <a:ext uri="{FF2B5EF4-FFF2-40B4-BE49-F238E27FC236}">
                <a16:creationId xmlns:a16="http://schemas.microsoft.com/office/drawing/2014/main" id="{458AD9ED-1211-E9D8-C367-A3E9E546F6DE}"/>
              </a:ext>
            </a:extLst>
          </p:cNvPr>
          <p:cNvSpPr txBox="1"/>
          <p:nvPr/>
        </p:nvSpPr>
        <p:spPr>
          <a:xfrm>
            <a:off x="2109978" y="5303519"/>
            <a:ext cx="4579620" cy="523220"/>
          </a:xfrm>
          <a:prstGeom prst="rect">
            <a:avLst/>
          </a:prstGeom>
          <a:noFill/>
        </p:spPr>
        <p:txBody>
          <a:bodyPr wrap="square">
            <a:spAutoFit/>
          </a:bodyPr>
          <a:lstStyle/>
          <a:p>
            <a:pPr algn="ctr"/>
            <a:r>
              <a:rPr lang="es-MX" sz="1400" dirty="0">
                <a:solidFill>
                  <a:schemeClr val="accent2"/>
                </a:solidFill>
              </a:rPr>
              <a:t>Texto insertado en el Google Sheets en forma de guía  para los empleados</a:t>
            </a:r>
          </a:p>
        </p:txBody>
      </p:sp>
    </p:spTree>
    <p:extLst>
      <p:ext uri="{BB962C8B-B14F-4D97-AF65-F5344CB8AC3E}">
        <p14:creationId xmlns:p14="http://schemas.microsoft.com/office/powerpoint/2010/main" val="72608073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uadroTexto 2">
            <a:extLst>
              <a:ext uri="{FF2B5EF4-FFF2-40B4-BE49-F238E27FC236}">
                <a16:creationId xmlns:a16="http://schemas.microsoft.com/office/drawing/2014/main" id="{33D07517-3697-1638-AB94-584F589B073A}"/>
              </a:ext>
            </a:extLst>
          </p:cNvPr>
          <p:cNvSpPr txBox="1"/>
          <p:nvPr/>
        </p:nvSpPr>
        <p:spPr>
          <a:xfrm>
            <a:off x="2480310" y="339255"/>
            <a:ext cx="4579620" cy="669414"/>
          </a:xfrm>
          <a:prstGeom prst="rect">
            <a:avLst/>
          </a:prstGeom>
          <a:noFill/>
        </p:spPr>
        <p:txBody>
          <a:bodyPr wrap="square">
            <a:spAutoFit/>
          </a:bodyPr>
          <a:lstStyle/>
          <a:p>
            <a:pPr>
              <a:lnSpc>
                <a:spcPct val="107000"/>
              </a:lnSpc>
              <a:spcAft>
                <a:spcPts val="800"/>
              </a:spcAft>
              <a:buNone/>
            </a:pPr>
            <a:r>
              <a:rPr lang="es-AR" sz="1800" b="1" dirty="0">
                <a:latin typeface="Lato" panose="020F0502020204030203" pitchFamily="34" charset="0"/>
                <a:ea typeface="Lato" panose="020F0502020204030203" pitchFamily="34" charset="0"/>
                <a:cs typeface="Lato" panose="020F0502020204030203" pitchFamily="34" charset="0"/>
              </a:rPr>
              <a:t>Proceso Técnico de Envió  cambios de Capas </a:t>
            </a:r>
            <a:endParaRPr lang="es-AR" dirty="0">
              <a:latin typeface="Calibri" panose="020F0502020204030204" pitchFamily="34" charset="0"/>
              <a:ea typeface="Calibri" panose="020F0502020204030204" pitchFamily="34" charset="0"/>
            </a:endParaRPr>
          </a:p>
        </p:txBody>
      </p:sp>
    </p:spTree>
    <p:extLst>
      <p:ext uri="{BB962C8B-B14F-4D97-AF65-F5344CB8AC3E}">
        <p14:creationId xmlns:p14="http://schemas.microsoft.com/office/powerpoint/2010/main" val="4178958615"/>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Circuito">
  <a:themeElements>
    <a:clrScheme name="Practicas Profecionales">
      <a:dk1>
        <a:srgbClr val="035373"/>
      </a:dk1>
      <a:lt1>
        <a:srgbClr val="8C3F3F"/>
      </a:lt1>
      <a:dk2>
        <a:srgbClr val="E9FDFF"/>
      </a:dk2>
      <a:lt2>
        <a:srgbClr val="BF372A"/>
      </a:lt2>
      <a:accent1>
        <a:srgbClr val="8C3F3F"/>
      </a:accent1>
      <a:accent2>
        <a:srgbClr val="035373"/>
      </a:accent2>
      <a:accent3>
        <a:srgbClr val="4EBFD9"/>
      </a:accent3>
      <a:accent4>
        <a:srgbClr val="E9FDFF"/>
      </a:accent4>
      <a:accent5>
        <a:srgbClr val="E9FDFF"/>
      </a:accent5>
      <a:accent6>
        <a:srgbClr val="BF372A"/>
      </a:accent6>
      <a:hlink>
        <a:srgbClr val="BF372A"/>
      </a:hlink>
      <a:folHlink>
        <a:srgbClr val="BF372A"/>
      </a:folHlink>
    </a:clrScheme>
    <a:fontScheme name="Circuito">
      <a:majorFont>
        <a:latin typeface="Tw Cen MT" panose="020B0602020104020603"/>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Tw Cen MT" panose="020B0602020104020603"/>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Circuito">
      <a:fillStyleLst>
        <a:solidFill>
          <a:schemeClr val="phClr"/>
        </a:solidFill>
        <a:gradFill rotWithShape="1">
          <a:gsLst>
            <a:gs pos="0">
              <a:schemeClr val="phClr">
                <a:tint val="58000"/>
                <a:satMod val="108000"/>
                <a:lumMod val="110000"/>
              </a:schemeClr>
            </a:gs>
            <a:gs pos="100000">
              <a:schemeClr val="phClr">
                <a:tint val="81000"/>
                <a:satMod val="109000"/>
                <a:lumMod val="105000"/>
              </a:schemeClr>
            </a:gs>
          </a:gsLst>
          <a:lin ang="5040000" scaled="0"/>
        </a:gradFill>
        <a:gradFill rotWithShape="1">
          <a:gsLst>
            <a:gs pos="0">
              <a:schemeClr val="phClr">
                <a:tint val="94000"/>
                <a:satMod val="105000"/>
                <a:lumMod val="102000"/>
              </a:schemeClr>
            </a:gs>
            <a:gs pos="100000">
              <a:schemeClr val="phClr">
                <a:shade val="74000"/>
                <a:satMod val="128000"/>
                <a:lumMod val="100000"/>
              </a:schemeClr>
            </a:gs>
          </a:gsLst>
          <a:lin ang="5400000" scaled="0"/>
        </a:gradFill>
      </a:fillStyleLst>
      <a:lnStyleLst>
        <a:ln w="9525" cap="flat" cmpd="sng" algn="ctr">
          <a:solidFill>
            <a:schemeClr val="phClr"/>
          </a:solidFill>
          <a:prstDash val="solid"/>
        </a:ln>
        <a:ln w="15875" cap="flat" cmpd="sng" algn="ctr">
          <a:solidFill>
            <a:schemeClr val="phClr"/>
          </a:solidFill>
          <a:prstDash val="solid"/>
        </a:ln>
        <a:ln w="22225" cap="flat" cmpd="sng" algn="ctr">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gradFill rotWithShape="1">
          <a:gsLst>
            <a:gs pos="0">
              <a:schemeClr val="phClr">
                <a:tint val="98000"/>
                <a:hueMod val="94000"/>
                <a:satMod val="148000"/>
                <a:lumMod val="150000"/>
              </a:schemeClr>
            </a:gs>
            <a:gs pos="100000">
              <a:schemeClr val="phClr">
                <a:shade val="92000"/>
                <a:hueMod val="104000"/>
                <a:satMod val="140000"/>
                <a:lumMod val="68000"/>
              </a:schemeClr>
            </a:gs>
          </a:gsLst>
          <a:lin ang="5040000" scaled="0"/>
        </a:gradFill>
        <a:blipFill>
          <a:blip xmlns:r="http://schemas.openxmlformats.org/officeDocument/2006/relationships" r:embed="rId1">
            <a:duotone>
              <a:schemeClr val="phClr">
                <a:shade val="88000"/>
                <a:hueMod val="106000"/>
                <a:satMod val="140000"/>
                <a:lumMod val="54000"/>
              </a:schemeClr>
              <a:schemeClr val="phClr">
                <a:tint val="98000"/>
                <a:hueMod val="90000"/>
                <a:satMod val="150000"/>
                <a:lumMod val="160000"/>
              </a:schemeClr>
            </a:duotone>
          </a:blip>
          <a:stretch/>
        </a:blipFill>
      </a:bgFillStyleLst>
    </a:fmtScheme>
  </a:themeElements>
  <a:objectDefaults/>
  <a:extraClrSchemeLst/>
  <a:extLst>
    <a:ext uri="{05A4C25C-085E-4340-85A3-A5531E510DB2}">
      <thm15:themeFamily xmlns:thm15="http://schemas.microsoft.com/office/thememl/2012/main" name="Circuit" id="{0AC2F7E7-15F5-431C-B2A2-456FE929F56C}" vid="{0911B802-464C-4241-8DD9-B60FF88E379F}"/>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TM04033919[[fn=Circuito]]</Template>
  <TotalTime>946</TotalTime>
  <Words>773</Words>
  <Application>Microsoft Office PowerPoint</Application>
  <PresentationFormat>Presentación en pantalla (4:3)</PresentationFormat>
  <Paragraphs>69</Paragraphs>
  <Slides>25</Slides>
  <Notes>2</Notes>
  <HiddenSlides>0</HiddenSlides>
  <MMClips>0</MMClips>
  <ScaleCrop>false</ScaleCrop>
  <HeadingPairs>
    <vt:vector size="6" baseType="variant">
      <vt:variant>
        <vt:lpstr>Fuentes usadas</vt:lpstr>
      </vt:variant>
      <vt:variant>
        <vt:i4>4</vt:i4>
      </vt:variant>
      <vt:variant>
        <vt:lpstr>Tema</vt:lpstr>
      </vt:variant>
      <vt:variant>
        <vt:i4>1</vt:i4>
      </vt:variant>
      <vt:variant>
        <vt:lpstr>Títulos de diapositiva</vt:lpstr>
      </vt:variant>
      <vt:variant>
        <vt:i4>25</vt:i4>
      </vt:variant>
    </vt:vector>
  </HeadingPairs>
  <TitlesOfParts>
    <vt:vector size="30" baseType="lpstr">
      <vt:lpstr>Arial</vt:lpstr>
      <vt:lpstr>Calibri</vt:lpstr>
      <vt:lpstr>Lato</vt:lpstr>
      <vt:lpstr>Tw Cen MT</vt:lpstr>
      <vt:lpstr>Circuito</vt:lpstr>
      <vt:lpstr>Presentación de PowerPoint</vt:lpstr>
      <vt:lpstr>Presentación de PowerPoint</vt:lpstr>
      <vt:lpstr>Cronología </vt:lpstr>
      <vt:lpstr>Resumen de las practicas profesionales </vt:lpstr>
      <vt:lpstr>Objetivos </vt:lpstr>
      <vt:lpstr>Usos Prácticos</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Usuario</dc:creator>
  <cp:lastModifiedBy>Usuario</cp:lastModifiedBy>
  <cp:revision>18</cp:revision>
  <dcterms:created xsi:type="dcterms:W3CDTF">2025-08-30T15:17:03Z</dcterms:created>
  <dcterms:modified xsi:type="dcterms:W3CDTF">2025-11-03T22:40:48Z</dcterms:modified>
</cp:coreProperties>
</file>